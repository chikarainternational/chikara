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777240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6666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タイトルをここに入力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777240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コンテンツをここに入力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[ テンプレート: タイトルスライド 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777240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6666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タイトルをここに入力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777240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コンテンツをここに入力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[ テンプレート: セクション区切り ]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7777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スライドタイトル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931920"/>
          </a:xfrm>
          <a:prstGeom prst="rect">
            <a:avLst/>
          </a:prstGeom>
          <a:solidFill>
            <a:srgbClr val="F4F5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AAAA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コンテンツをここに入力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[ テンプレート: コンテンツスライド（標準） ]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7777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スライドタイトル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931920"/>
          </a:xfrm>
          <a:prstGeom prst="rect">
            <a:avLst/>
          </a:prstGeom>
          <a:solidFill>
            <a:srgbClr val="F4F5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AAAA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コンテンツをここに入力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[ テンプレート: 例文スライド ]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7777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スライドタイトル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931920"/>
          </a:xfrm>
          <a:prstGeom prst="rect">
            <a:avLst/>
          </a:prstGeom>
          <a:solidFill>
            <a:srgbClr val="F4F5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AAAA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コンテンツをここに入力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[ テンプレート: 比較・解説スライド ]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7777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スライドタイトル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931920"/>
          </a:xfrm>
          <a:prstGeom prst="rect">
            <a:avLst/>
          </a:prstGeom>
          <a:solidFill>
            <a:srgbClr val="F4F5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AAAA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コンテンツをここに入力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[ テンプレート: まとめスライド ]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2026-04-13T02:44:08Z</dcterms:created>
  <dcterms:modified xsi:type="dcterms:W3CDTF">2026-04-13T02:44:08Z</dcterms:modified>
</cp:coreProperties>
</file>