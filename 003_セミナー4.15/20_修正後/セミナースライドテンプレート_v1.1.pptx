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タイトルをここに入力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タイトルスライド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タイトルをここに入力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セクション区切り 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コンテンツスライド（標準） 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例文スライド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比較・解説スライド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77777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スライドタイトル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コンテンツをここに入力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[ テンプレート: まとめスライド 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2026-04-13T01:56:40Z</dcterms:created>
  <dcterms:modified xsi:type="dcterms:W3CDTF">2026-04-13T01:56:40Z</dcterms:modified>
</cp:coreProperties>
</file>