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27432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27432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68580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83880" y="68580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68580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109728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83880" y="109728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0" y="109728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150876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50876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0" y="150876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192024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92024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1920240"/>
            <a:ext cx="164592" cy="16459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7315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現在進行形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40080" y="18288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Tense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40080" y="2423160"/>
            <a:ext cx="41148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6060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Sato  &amp;  Lauren
</a:t>
            </a:r>
            <a:pPr algn="l"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オンラインセミナー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本日の流れ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F4F5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0584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0058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先生の自己紹介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12618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66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71907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19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17190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現在進行形レクチャー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34440" y="1975104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66"/>
                </a:solidFill>
              </a:rPr>
              <a:t>Grammar Lecture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8229600" cy="640080"/>
          </a:xfrm>
          <a:prstGeom prst="rect">
            <a:avLst/>
          </a:prstGeom>
          <a:solidFill>
            <a:srgbClr val="F4F5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432304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432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4323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クイズ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34440" y="268833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66"/>
                </a:solidFill>
              </a:rPr>
              <a:t>Quiz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54096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145536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314553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体験コーナー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234440" y="34015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66"/>
                </a:solidFill>
              </a:rPr>
              <a:t>Practice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67328"/>
            <a:ext cx="8229600" cy="640080"/>
          </a:xfrm>
          <a:prstGeom prst="rect">
            <a:avLst/>
          </a:prstGeom>
          <a:solidFill>
            <a:srgbClr val="F4F5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858768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858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34440" y="38587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今日のまとめ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234440" y="411480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66"/>
                </a:solidFill>
              </a:rPr>
              <a:t>Summary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5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65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自己紹介 — 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7315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</a:t>
            </a:r>
            <a:endParaRPr lang="en-US" sz="52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2743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9202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🎓  英語講師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57200" y="26974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🌍  ヨーロッパ在住歴あり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57200" y="34747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📚  英語指導歴 25 年以上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0000">
                <a:alpha val="6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65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自己紹介 — 02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7315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Lauren</a:t>
            </a:r>
            <a:endParaRPr lang="en-US" sz="46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2743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828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日本が大好きなアメリカ人英語講師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23774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🇯🇵  日本に 8 年間在住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30906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📖  日本語も勉強中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380390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💬  語学学習の苦労と楽しさを理解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274320"/>
            <a:ext cx="3200400" cy="3200400"/>
          </a:xfrm>
          <a:prstGeom prst="ellipse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5A623"/>
                </a:solidFill>
              </a:rPr>
              <a:t>LECTURE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『今』ではない？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現在進行形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6858000" cy="777240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現在進行形の動詞の形　＝　be 動詞　＋　動詞の ing 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例文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don't make so much noise.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</a:t>
            </a:r>
            <a:pPr indent="0" marL="0">
              <a:buNone/>
            </a:pPr>
            <a:r>
              <a:rPr lang="en-US" sz="36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now.</a:t>
            </a:r>
            <a:endParaRPr lang="en-US" sz="3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1463040"/>
            <a:ext cx="292608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解説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029200" cy="914400"/>
          </a:xfrm>
          <a:prstGeom prst="rect">
            <a:avLst/>
          </a:prstGeom>
          <a:solidFill>
            <a:srgbClr val="F4F5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72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</a:t>
            </a:r>
            <a:pPr indent="0" marL="0">
              <a:buNone/>
            </a:pPr>
            <a:r>
              <a:rPr lang="en-US" sz="34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now.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73152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202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今まさに作業中
</a:t>
            </a:r>
            <a:pPr indent="0" marL="0">
              <a:buNone/>
            </a:pPr>
            <a:r>
              <a:rPr lang="en-US" sz="1600" dirty="0">
                <a:solidFill>
                  <a:srgbClr val="5555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= 注意喚起として自然</a:t>
            </a:r>
            <a:endParaRPr lang="en-US" sz="2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731520"/>
            <a:ext cx="3017520" cy="3017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例文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 </a:t>
            </a:r>
            <a:pPr indent="0" marL="0">
              <a:buNone/>
            </a:pPr>
            <a:r>
              <a:rPr lang="en-US" sz="22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speaking</a:t>
            </a:r>
            <a:pPr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 friend on the phone now.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371600"/>
            <a:ext cx="292608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0" y="1188720"/>
            <a:ext cx="5029200" cy="3200400"/>
          </a:xfrm>
          <a:prstGeom prst="ellipse">
            <a:avLst/>
          </a:prstGeom>
          <a:solidFill>
            <a:srgbClr val="F4F5F7"/>
          </a:solidFill>
          <a:ln w="1905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66160" y="146304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</a:t>
            </a:r>
            <a:pPr algn="ctr" indent="0" marL="0">
              <a:buNone/>
            </a:pPr>
            <a:r>
              <a:rPr lang="en-US" sz="22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pPr algn="ctr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really good
book at the moment.
</a:t>
            </a:r>
            <a:pPr algn="ctr" indent="0" marL="0">
              <a:buNone/>
            </a:pPr>
            <a:r>
              <a:rPr lang="en-US" sz="18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about music.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A623"/>
                </a:solidFill>
              </a:rPr>
              <a:t>KEY POINT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「今」という言葉でイメージする時間は、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会話や文章の内容によってその長さが変わる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468880"/>
            <a:ext cx="2286000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26080" y="2468880"/>
            <a:ext cx="5760720" cy="2286000"/>
          </a:xfrm>
          <a:prstGeom prst="rect">
            <a:avLst/>
          </a:prstGeom>
          <a:solidFill>
            <a:srgbClr val="24304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108960" y="265176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</a:t>
            </a:r>
            <a:pPr indent="0" marL="0">
              <a:buNone/>
            </a:pPr>
            <a:r>
              <a:rPr lang="en-US" sz="1800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really good book at the moment.
</a:t>
            </a:r>
            <a:pPr indent="0" marL="0">
              <a:buNone/>
            </a:pPr>
            <a:r>
              <a:rPr lang="en-US" sz="18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about music.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例文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</a:t>
            </a:r>
            <a:pPr indent="0" marL="0">
              <a:buNone/>
            </a:pPr>
            <a:r>
              <a:rPr lang="en-US" sz="32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 studying</a:t>
            </a:r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very hard </a:t>
            </a:r>
            <a:pPr indent="0" marL="0">
              <a:buNone/>
            </a:pPr>
            <a:r>
              <a:rPr lang="en-US" sz="32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days</a:t>
            </a:r>
            <a:pPr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371600"/>
            <a:ext cx="347472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解説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303520" cy="822960"/>
          </a:xfrm>
          <a:prstGeom prst="rect">
            <a:avLst/>
          </a:prstGeom>
          <a:solidFill>
            <a:srgbClr val="F4F5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72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studying</a:t>
            </a:r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… </a:t>
            </a:r>
            <a:pPr indent="0" marL="0">
              <a:buNone/>
            </a:pPr>
            <a:r>
              <a:rPr lang="en-US" sz="26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days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73152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→ 最近の一時的な状況
</a:t>
            </a:r>
            <a:pPr indent="0" marL="0">
              <a:buNone/>
            </a:pPr>
            <a:r>
              <a:rPr lang="en-US" sz="1500" dirty="0">
                <a:solidFill>
                  <a:srgbClr val="5555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（ずっとではなく、今の時期だけ）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731520"/>
            <a:ext cx="3200400" cy="3474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比較 Comparison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023360" cy="4023360"/>
          </a:xfrm>
          <a:prstGeom prst="rect">
            <a:avLst/>
          </a:prstGeom>
          <a:solidFill>
            <a:srgbClr val="FFF8EE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402336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現在進行形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not eating breakfast lately.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777240"/>
            <a:ext cx="4023360" cy="4023360"/>
          </a:xfrm>
          <a:prstGeom prst="rect">
            <a:avLst/>
          </a:prstGeom>
          <a:solidFill>
            <a:srgbClr val="EEF4FF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777240"/>
            <a:ext cx="4023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777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単純現在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3258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eat breakfast.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286000"/>
            <a:ext cx="2011680" cy="22860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37760" y="2286000"/>
            <a:ext cx="2651760" cy="2286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解説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303520" cy="822960"/>
          </a:xfrm>
          <a:prstGeom prst="rect">
            <a:avLst/>
          </a:prstGeom>
          <a:solidFill>
            <a:srgbClr val="F4F5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72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not eating</a:t>
            </a:r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… </a:t>
            </a:r>
            <a:pPr indent="0" marL="0">
              <a:buNone/>
            </a:pPr>
            <a:r>
              <a:rPr lang="en-US" sz="26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lately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73152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→ 最近の一時的な状況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731520"/>
            <a:ext cx="3017520" cy="3474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解説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4572000" cy="822960"/>
          </a:xfrm>
          <a:prstGeom prst="rect">
            <a:avLst/>
          </a:prstGeom>
          <a:solidFill>
            <a:srgbClr val="F4F5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724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pPr indent="0" marL="0">
              <a:buNone/>
            </a:pPr>
            <a:r>
              <a:rPr lang="en-US" sz="2600" b="1" u="sng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eat</a:t>
            </a:r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breakfast.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73152" cy="1188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→ そもそも朝食を食べる
</a:t>
            </a:r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　 習慣がない</a:t>
            </a:r>
            <a:endParaRPr lang="en-US" sz="2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731520"/>
            <a:ext cx="3383280" cy="3657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比較 Comparison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023360" cy="4023360"/>
          </a:xfrm>
          <a:prstGeom prst="rect">
            <a:avLst/>
          </a:prstGeom>
          <a:solidFill>
            <a:srgbClr val="FFF8EE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402336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現在進行形（一時滞在）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living in Paris until next year.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423160"/>
            <a:ext cx="3474720" cy="2103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54880" y="777240"/>
            <a:ext cx="4023360" cy="4023360"/>
          </a:xfrm>
          <a:prstGeom prst="rect">
            <a:avLst/>
          </a:prstGeom>
          <a:solidFill>
            <a:srgbClr val="EEF4FF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777240"/>
            <a:ext cx="4023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777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単純現在（永続的）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37760" y="13258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live in Paris.</a:t>
            </a:r>
            <a:endParaRPr lang="en-US" sz="1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0" y="2423160"/>
            <a:ext cx="3474720" cy="21031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解説 Explanation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5029200" cy="822960"/>
          </a:xfrm>
          <a:prstGeom prst="rect">
            <a:avLst/>
          </a:prstGeom>
          <a:solidFill>
            <a:srgbClr val="F4F5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7772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living</a:t>
            </a:r>
            <a:pPr indent="0" marL="0">
              <a:buNone/>
            </a:pPr>
            <a:r>
              <a:rPr lang="en-US" sz="2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… </a:t>
            </a:r>
            <a:pPr indent="0" marL="0">
              <a:buNone/>
            </a:pPr>
            <a:r>
              <a:rPr lang="en-US" sz="2600" b="1" u="sng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next year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73152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7452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→ 来年までの一時滞在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640080"/>
            <a:ext cx="2011680" cy="365760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17520" y="2560320"/>
            <a:ext cx="2377440" cy="2286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-457200"/>
            <a:ext cx="3657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C3E50">
              <a:alpha val="40000"/>
            </a:srgbClr>
          </a:solidFill>
          <a:ln w="12700">
            <a:solidFill>
              <a:srgbClr val="2C3E5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QUIZ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A62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頭を使ってみよう！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QUIZ Q1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２つの英文の違いを説明してください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1188720"/>
          </a:xfrm>
          <a:prstGeom prst="rect">
            <a:avLst/>
          </a:prstGeom>
          <a:solidFill>
            <a:srgbClr val="FFF8EE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92024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not eating much these days.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28600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( 最近のこと 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8229600" cy="1188720"/>
          </a:xfrm>
          <a:prstGeom prst="rect">
            <a:avLst/>
          </a:prstGeom>
          <a:solidFill>
            <a:srgbClr val="EEF4FF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3383280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1546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eat much.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74904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( 習慣のこと 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QUIZ Q2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２つの英文の違いを説明してください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1188720"/>
          </a:xfrm>
          <a:prstGeom prst="rect">
            <a:avLst/>
          </a:prstGeom>
          <a:solidFill>
            <a:srgbClr val="FFF8EE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92024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not talking to him.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28600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( 今の一時的な状況 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8229600" cy="1188720"/>
          </a:xfrm>
          <a:prstGeom prst="rect">
            <a:avLst/>
          </a:prstGeom>
          <a:solidFill>
            <a:srgbClr val="EEF4FF"/>
          </a:solidFill>
          <a:ln w="25400">
            <a:solidFill>
              <a:srgbClr val="4A90D9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3383280"/>
            <a:ext cx="502920" cy="5029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1546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doesn't talk to him.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74904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( 習慣・事実 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731520"/>
            <a:ext cx="5029200" cy="5029200"/>
          </a:xfrm>
          <a:prstGeom prst="ellipse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F5A623"/>
                </a:solidFill>
              </a:rPr>
              <a:t>PRACTICE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体験コーナー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77724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146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ABBC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現在進行形の英文を書いてみてください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7772400" cy="1371600"/>
          </a:xfrm>
          <a:prstGeom prst="rect">
            <a:avLst/>
          </a:prstGeom>
          <a:solidFill>
            <a:srgbClr val="2430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29000"/>
            <a:ext cx="7223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💡  ヒント: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be 動詞 + 動詞の ing 形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AABBCC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例: I am studying English now.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体験コーナー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英文を </a:t>
            </a:r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ZOOM のチャット</a:t>
            </a:r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 でお送りください。
</a:t>
            </a:r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Lauren と Sato が Live 添削いたします！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2286000"/>
            <a:ext cx="5029200" cy="22860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0" y="822960"/>
            <a:ext cx="2194560" cy="4023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1920240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① ZOOM の画面下部、チャットのアイコンをタップ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2267712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66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② 英文を書き込んだら送信ボタンを押して送信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今日のまとめ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現在進行形の動詞の形　＝　be 動詞　＋　動詞の ing 形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868680"/>
          </a:xfrm>
          <a:prstGeom prst="rect">
            <a:avLst/>
          </a:prstGeom>
          <a:solidFill>
            <a:srgbClr val="F4F5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178308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基本は現在進行中の動作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82296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278892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「今」という言葉でイメージする時間は、会話や文章の内容によってその長さが変わる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8229600" cy="868680"/>
          </a:xfrm>
          <a:prstGeom prst="rect">
            <a:avLst/>
          </a:prstGeom>
          <a:solidFill>
            <a:srgbClr val="F4F5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794760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現在進行形で、今もこれからも続く、一時的な状況を表現できる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5486400" cy="5486400"/>
          </a:xfrm>
          <a:prstGeom prst="ellipse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F5A623">
              <a:alpha val="18000"/>
            </a:srgbClr>
          </a:solidFill>
          <a:ln w="12700">
            <a:solidFill>
              <a:srgbClr val="F5A623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S Gothic" pitchFamily="34" charset="0"/>
                <a:ea typeface="MS Gothic" pitchFamily="34" charset="-122"/>
                <a:cs typeface="MS Gothic" pitchFamily="34" charset="-120"/>
              </a:rPr>
              <a:t>ご参加ありがとうございました！！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joining us!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36576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  &amp;  Lauren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2026-04-13T01:56:39Z</dcterms:created>
  <dcterms:modified xsi:type="dcterms:W3CDTF">2026-04-13T01:56:39Z</dcterms:modified>
</cp:coreProperties>
</file>