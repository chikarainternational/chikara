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27432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27432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68580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68580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68580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09728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09728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109728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150876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0876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150876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92024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92024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92024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7315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40080" y="18288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Tense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2423160"/>
            <a:ext cx="41148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6060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Sato  &amp;  Lauren
</a:t>
            </a:r>
            <a:pPr algn="l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オンラインセミナー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本日の流れ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584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先生の自己紹介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71907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7190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現在進行形レクチャー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34440" y="197510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</a:rPr>
              <a:t>Grammar Lecture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8229600" cy="64008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432304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4323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クイズ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26883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</a:rPr>
              <a:t>Quiz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145536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1455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体験コーナー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34440" y="34015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</a:rPr>
              <a:t>Practice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64008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85876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38587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今日のまとめ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34440" y="41148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</a:rPr>
              <a:t>Summary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自己紹介 — 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920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🎓  英語講師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🌍  ヨーロッパ在住歴あり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📚  英語指導歴 25 年以上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自己紹介 — 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日本が大好きなアメリカ人英語講師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377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🇯🇵  日本に 8 年間在住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30906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📖  日本語も勉強中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380390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💬  語学学習の苦労と楽しさを理解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A623"/>
                </a:solidFill>
              </a:rPr>
              <a:t>LECTURE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『今』ではない？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6858000" cy="77724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現在進行形の動詞の形　＝　be 動詞　＋　動詞の ing 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例文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don't make so much noise.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indent="0" marL="0">
              <a:buNone/>
            </a:pPr>
            <a:r>
              <a:rPr lang="en-US" sz="3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now.</a:t>
            </a:r>
            <a:endParaRPr lang="en-US" sz="3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463040"/>
            <a:ext cx="292608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解説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029200" cy="914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indent="0" marL="0">
              <a:buNone/>
            </a:pPr>
            <a:r>
              <a:rPr lang="en-US" sz="34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今まさに作業中
</a:t>
            </a:r>
            <a:pPr indent="0" marL="0">
              <a:buNone/>
            </a:pPr>
            <a:r>
              <a:rPr lang="en-US" sz="1600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= 注意喚起として自然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731520"/>
            <a:ext cx="3017520" cy="3017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例文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 </a:t>
            </a:r>
            <a:pPr indent="0" marL="0">
              <a:buNone/>
            </a:pPr>
            <a:r>
              <a:rPr lang="en-US" sz="22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speaking</a:t>
            </a:r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friend on the phone now.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29260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0" y="1188720"/>
            <a:ext cx="5029200" cy="3200400"/>
          </a:xfrm>
          <a:prstGeom prst="ellipse">
            <a:avLst/>
          </a:prstGeom>
          <a:solidFill>
            <a:srgbClr val="F4F5F7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66160" y="146304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algn="ctr" indent="0" marL="0">
              <a:buNone/>
            </a:pPr>
            <a:r>
              <a:rPr lang="en-US" sz="22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really good
book at the moment.
</a:t>
            </a:r>
            <a:pPr algn="ctr" indent="0" marL="0">
              <a:buNone/>
            </a:pPr>
            <a:r>
              <a:rPr lang="en-US" sz="18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music.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</a:rPr>
              <a:t>KEY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「今」という言葉でイメージする時間は、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会話や文章の内容によってその長さが変わる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468880"/>
            <a:ext cx="228600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2468880"/>
            <a:ext cx="5760720" cy="2286000"/>
          </a:xfrm>
          <a:prstGeom prst="rect">
            <a:avLst/>
          </a:prstGeom>
          <a:solidFill>
            <a:srgbClr val="2430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08960" y="265176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indent="0" marL="0">
              <a:buNone/>
            </a:pPr>
            <a:r>
              <a:rPr lang="en-US" sz="1800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really good book at the moment.
</a:t>
            </a:r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music.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例文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32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studying</a:t>
            </a:r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very hard </a:t>
            </a:r>
            <a:pPr indent="0" marL="0">
              <a:buNone/>
            </a:pPr>
            <a:r>
              <a:rPr lang="en-US" sz="32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days</a:t>
            </a:r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371600"/>
            <a:ext cx="347472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解説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303520" cy="822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studying</a:t>
            </a:r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</a:t>
            </a:r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→ 最近の一時的な状況
</a:t>
            </a:r>
            <a:pPr indent="0" marL="0">
              <a:buNone/>
            </a:pPr>
            <a:r>
              <a:rPr lang="en-US" sz="1500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（ずっとではなく、今の時期だけ）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731520"/>
            <a:ext cx="3200400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比較 Comparison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4023360"/>
          </a:xfrm>
          <a:prstGeom prst="rect">
            <a:avLst/>
          </a:prstGeom>
          <a:solidFill>
            <a:srgbClr val="FFF8EE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0233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eating breakfast lately.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023360" cy="4023360"/>
          </a:xfrm>
          <a:prstGeom prst="rect">
            <a:avLst/>
          </a:prstGeom>
          <a:solidFill>
            <a:srgbClr val="EEF4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単純現在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eat breakfast.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286000"/>
            <a:ext cx="2011680" cy="22860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37760" y="2286000"/>
            <a:ext cx="2651760" cy="2286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解説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303520" cy="822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not eating</a:t>
            </a:r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</a:t>
            </a:r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lately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→ 最近の一時的な状況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731520"/>
            <a:ext cx="3017520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解説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572000" cy="822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pPr indent="0" marL="0">
              <a:buNone/>
            </a:pPr>
            <a:r>
              <a:rPr lang="en-US" sz="2600" b="1" u="sng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eat</a:t>
            </a:r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breakfast.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1188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→ そもそも朝食を食べる
</a:t>
            </a:r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　 習慣がない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731520"/>
            <a:ext cx="338328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比較 Comparison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4023360"/>
          </a:xfrm>
          <a:prstGeom prst="rect">
            <a:avLst/>
          </a:prstGeom>
          <a:solidFill>
            <a:srgbClr val="FFF8EE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0233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現在進行形（一時滞在）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living in Paris until next year.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423160"/>
            <a:ext cx="3474720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777240"/>
            <a:ext cx="4023360" cy="4023360"/>
          </a:xfrm>
          <a:prstGeom prst="rect">
            <a:avLst/>
          </a:prstGeom>
          <a:solidFill>
            <a:srgbClr val="EEF4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単純現在（永続的）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1325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live in Paris.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2423160"/>
            <a:ext cx="3474720" cy="21031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解説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029200" cy="822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living</a:t>
            </a:r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</a:t>
            </a:r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next year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7315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→ 来年までの一時滞在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640080"/>
            <a:ext cx="2011680" cy="36576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17520" y="2560320"/>
            <a:ext cx="2377440" cy="2286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3E50">
              <a:alpha val="40000"/>
            </a:srgbClr>
          </a:solidFill>
          <a:ln w="12700">
            <a:solidFill>
              <a:srgbClr val="2C3E5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頭を使ってみよう！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QUIZ Q1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２つの英文の違いを説明してください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1188720"/>
          </a:xfrm>
          <a:prstGeom prst="rect">
            <a:avLst/>
          </a:prstGeom>
          <a:solidFill>
            <a:srgbClr val="FFF8EE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92024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eating much these days.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( 最近のこと 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1188720"/>
          </a:xfrm>
          <a:prstGeom prst="rect">
            <a:avLst/>
          </a:prstGeom>
          <a:solidFill>
            <a:srgbClr val="EEF4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338328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1546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eat much.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( 習慣のこと 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QUIZ Q2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２つの英文の違いを説明してください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1188720"/>
          </a:xfrm>
          <a:prstGeom prst="rect">
            <a:avLst/>
          </a:prstGeom>
          <a:solidFill>
            <a:srgbClr val="FFF8EE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92024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not talking to him.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( 今の一時的な状況 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1188720"/>
          </a:xfrm>
          <a:prstGeom prst="rect">
            <a:avLst/>
          </a:prstGeom>
          <a:solidFill>
            <a:srgbClr val="EEF4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338328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1546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doesn't talk to him.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( 習慣・事実 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731520"/>
            <a:ext cx="5029200" cy="50292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A623"/>
                </a:solidFill>
              </a:rPr>
              <a:t>PRACTICE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体験コーナー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7724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BB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現在進行形の英文を書いてみてください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7772400" cy="1371600"/>
          </a:xfrm>
          <a:prstGeom prst="rect">
            <a:avLst/>
          </a:prstGeom>
          <a:solidFill>
            <a:srgbClr val="243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2900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💡  ヒント: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be 動詞 + 動詞の ing 形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AABB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例: I am studying English now.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体験コーナー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英文を </a:t>
            </a:r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ZOOM のチャット</a:t>
            </a:r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でお送りください。
</a:t>
            </a:r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Lauren と Sato が Live 添削いたします！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0"/>
            <a:ext cx="5029200" cy="22860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822960"/>
            <a:ext cx="219456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192024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① ZOOM の画面下部、チャットのアイコンをタップ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226771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② 英文を書き込んだら送信ボタンを押して送信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今日のまとめ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現在進行形の動詞の形　＝　be 動詞　＋　動詞の ing 形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基本は現在進行中の動作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7889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「今」という言葉でイメージする時間は、会話や文章の内容によってその長さが変わる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現在進行形で、今もこれからも続く、一時的な状況を表現できる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5486400" cy="54864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ご参加ありがとうございました！！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joining us!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  &amp;  Lauren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2026-04-13T02:44:08Z</dcterms:created>
  <dcterms:modified xsi:type="dcterms:W3CDTF">2026-04-13T02:44:08Z</dcterms:modified>
</cp:coreProperties>
</file>