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media/image1.jpeg" ContentType="image/jpeg"/>
  <Override PartName="/ppt/media/image2.jpeg" ContentType="image/jpeg"/>
  <Override PartName="/ppt/media/image3.jpeg" ContentType="image/jpeg"/>
  <Override PartName="/ppt/media/image4.jpeg" ContentType="image/jpeg"/>
  <Override PartName="/ppt/media/image5.jpeg" ContentType="image/jpeg"/>
  <Override PartName="/ppt/media/image6.jpeg" ContentType="image/jpeg"/>
  <Override PartName="/ppt/media/image7.jpeg" ContentType="image/jpeg"/>
  <Override PartName="/ppt/media/image8.jpeg" ContentType="image/jpeg"/>
</Types>
</file>

<file path=_rels/.rels><?xml version="1.0" encoding="UTF-8" standalone="yes"?>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821531" rtl="0" fontAlgn="auto" latinLnBrk="0" hangingPunct="0">
      <a:lnSpc>
        <a:spcPct val="200000"/>
      </a:lnSpc>
      <a:spcBef>
        <a:spcPts val="0"/>
      </a:spcBef>
      <a:spcAft>
        <a:spcPts val="0"/>
      </a:spcAft>
      <a:buClrTx/>
      <a:buSzTx/>
      <a:buFontTx/>
      <a:buNone/>
      <a:tabLst/>
      <a:defRPr b="1" baseline="0" cap="none" i="0" spc="0" strike="noStrike" sz="6200" u="none" kumimoji="0" normalizeH="0">
        <a:ln>
          <a:noFill/>
        </a:ln>
        <a:solidFill>
          <a:srgbClr val="000000"/>
        </a:solidFill>
        <a:effectLst/>
        <a:uFillTx/>
        <a:latin typeface="Arial"/>
        <a:ea typeface="Arial"/>
        <a:cs typeface="Arial"/>
        <a:sym typeface="Arial"/>
      </a:defRPr>
    </a:lvl1pPr>
    <a:lvl2pPr marL="0" marR="0" indent="228600" algn="l" defTabSz="821531" rtl="0" fontAlgn="auto" latinLnBrk="0" hangingPunct="0">
      <a:lnSpc>
        <a:spcPct val="200000"/>
      </a:lnSpc>
      <a:spcBef>
        <a:spcPts val="0"/>
      </a:spcBef>
      <a:spcAft>
        <a:spcPts val="0"/>
      </a:spcAft>
      <a:buClrTx/>
      <a:buSzTx/>
      <a:buFontTx/>
      <a:buNone/>
      <a:tabLst/>
      <a:defRPr b="1" baseline="0" cap="none" i="0" spc="0" strike="noStrike" sz="6200" u="none" kumimoji="0" normalizeH="0">
        <a:ln>
          <a:noFill/>
        </a:ln>
        <a:solidFill>
          <a:srgbClr val="000000"/>
        </a:solidFill>
        <a:effectLst/>
        <a:uFillTx/>
        <a:latin typeface="Arial"/>
        <a:ea typeface="Arial"/>
        <a:cs typeface="Arial"/>
        <a:sym typeface="Arial"/>
      </a:defRPr>
    </a:lvl2pPr>
    <a:lvl3pPr marL="0" marR="0" indent="457200" algn="l" defTabSz="821531" rtl="0" fontAlgn="auto" latinLnBrk="0" hangingPunct="0">
      <a:lnSpc>
        <a:spcPct val="200000"/>
      </a:lnSpc>
      <a:spcBef>
        <a:spcPts val="0"/>
      </a:spcBef>
      <a:spcAft>
        <a:spcPts val="0"/>
      </a:spcAft>
      <a:buClrTx/>
      <a:buSzTx/>
      <a:buFontTx/>
      <a:buNone/>
      <a:tabLst/>
      <a:defRPr b="1" baseline="0" cap="none" i="0" spc="0" strike="noStrike" sz="6200" u="none" kumimoji="0" normalizeH="0">
        <a:ln>
          <a:noFill/>
        </a:ln>
        <a:solidFill>
          <a:srgbClr val="000000"/>
        </a:solidFill>
        <a:effectLst/>
        <a:uFillTx/>
        <a:latin typeface="Arial"/>
        <a:ea typeface="Arial"/>
        <a:cs typeface="Arial"/>
        <a:sym typeface="Arial"/>
      </a:defRPr>
    </a:lvl3pPr>
    <a:lvl4pPr marL="0" marR="0" indent="685800" algn="l" defTabSz="821531" rtl="0" fontAlgn="auto" latinLnBrk="0" hangingPunct="0">
      <a:lnSpc>
        <a:spcPct val="200000"/>
      </a:lnSpc>
      <a:spcBef>
        <a:spcPts val="0"/>
      </a:spcBef>
      <a:spcAft>
        <a:spcPts val="0"/>
      </a:spcAft>
      <a:buClrTx/>
      <a:buSzTx/>
      <a:buFontTx/>
      <a:buNone/>
      <a:tabLst/>
      <a:defRPr b="1" baseline="0" cap="none" i="0" spc="0" strike="noStrike" sz="6200" u="none" kumimoji="0" normalizeH="0">
        <a:ln>
          <a:noFill/>
        </a:ln>
        <a:solidFill>
          <a:srgbClr val="000000"/>
        </a:solidFill>
        <a:effectLst/>
        <a:uFillTx/>
        <a:latin typeface="Arial"/>
        <a:ea typeface="Arial"/>
        <a:cs typeface="Arial"/>
        <a:sym typeface="Arial"/>
      </a:defRPr>
    </a:lvl4pPr>
    <a:lvl5pPr marL="0" marR="0" indent="914400" algn="l" defTabSz="821531" rtl="0" fontAlgn="auto" latinLnBrk="0" hangingPunct="0">
      <a:lnSpc>
        <a:spcPct val="200000"/>
      </a:lnSpc>
      <a:spcBef>
        <a:spcPts val="0"/>
      </a:spcBef>
      <a:spcAft>
        <a:spcPts val="0"/>
      </a:spcAft>
      <a:buClrTx/>
      <a:buSzTx/>
      <a:buFontTx/>
      <a:buNone/>
      <a:tabLst/>
      <a:defRPr b="1" baseline="0" cap="none" i="0" spc="0" strike="noStrike" sz="6200" u="none" kumimoji="0" normalizeH="0">
        <a:ln>
          <a:noFill/>
        </a:ln>
        <a:solidFill>
          <a:srgbClr val="000000"/>
        </a:solidFill>
        <a:effectLst/>
        <a:uFillTx/>
        <a:latin typeface="Arial"/>
        <a:ea typeface="Arial"/>
        <a:cs typeface="Arial"/>
        <a:sym typeface="Arial"/>
      </a:defRPr>
    </a:lvl5pPr>
    <a:lvl6pPr marL="0" marR="0" indent="1143000" algn="l" defTabSz="821531" rtl="0" fontAlgn="auto" latinLnBrk="0" hangingPunct="0">
      <a:lnSpc>
        <a:spcPct val="200000"/>
      </a:lnSpc>
      <a:spcBef>
        <a:spcPts val="0"/>
      </a:spcBef>
      <a:spcAft>
        <a:spcPts val="0"/>
      </a:spcAft>
      <a:buClrTx/>
      <a:buSzTx/>
      <a:buFontTx/>
      <a:buNone/>
      <a:tabLst/>
      <a:defRPr b="1" baseline="0" cap="none" i="0" spc="0" strike="noStrike" sz="6200" u="none" kumimoji="0" normalizeH="0">
        <a:ln>
          <a:noFill/>
        </a:ln>
        <a:solidFill>
          <a:srgbClr val="000000"/>
        </a:solidFill>
        <a:effectLst/>
        <a:uFillTx/>
        <a:latin typeface="Arial"/>
        <a:ea typeface="Arial"/>
        <a:cs typeface="Arial"/>
        <a:sym typeface="Arial"/>
      </a:defRPr>
    </a:lvl6pPr>
    <a:lvl7pPr marL="0" marR="0" indent="1371600" algn="l" defTabSz="821531" rtl="0" fontAlgn="auto" latinLnBrk="0" hangingPunct="0">
      <a:lnSpc>
        <a:spcPct val="200000"/>
      </a:lnSpc>
      <a:spcBef>
        <a:spcPts val="0"/>
      </a:spcBef>
      <a:spcAft>
        <a:spcPts val="0"/>
      </a:spcAft>
      <a:buClrTx/>
      <a:buSzTx/>
      <a:buFontTx/>
      <a:buNone/>
      <a:tabLst/>
      <a:defRPr b="1" baseline="0" cap="none" i="0" spc="0" strike="noStrike" sz="6200" u="none" kumimoji="0" normalizeH="0">
        <a:ln>
          <a:noFill/>
        </a:ln>
        <a:solidFill>
          <a:srgbClr val="000000"/>
        </a:solidFill>
        <a:effectLst/>
        <a:uFillTx/>
        <a:latin typeface="Arial"/>
        <a:ea typeface="Arial"/>
        <a:cs typeface="Arial"/>
        <a:sym typeface="Arial"/>
      </a:defRPr>
    </a:lvl7pPr>
    <a:lvl8pPr marL="0" marR="0" indent="1600200" algn="l" defTabSz="821531" rtl="0" fontAlgn="auto" latinLnBrk="0" hangingPunct="0">
      <a:lnSpc>
        <a:spcPct val="200000"/>
      </a:lnSpc>
      <a:spcBef>
        <a:spcPts val="0"/>
      </a:spcBef>
      <a:spcAft>
        <a:spcPts val="0"/>
      </a:spcAft>
      <a:buClrTx/>
      <a:buSzTx/>
      <a:buFontTx/>
      <a:buNone/>
      <a:tabLst/>
      <a:defRPr b="1" baseline="0" cap="none" i="0" spc="0" strike="noStrike" sz="6200" u="none" kumimoji="0" normalizeH="0">
        <a:ln>
          <a:noFill/>
        </a:ln>
        <a:solidFill>
          <a:srgbClr val="000000"/>
        </a:solidFill>
        <a:effectLst/>
        <a:uFillTx/>
        <a:latin typeface="Arial"/>
        <a:ea typeface="Arial"/>
        <a:cs typeface="Arial"/>
        <a:sym typeface="Arial"/>
      </a:defRPr>
    </a:lvl8pPr>
    <a:lvl9pPr marL="0" marR="0" indent="1828800" algn="l" defTabSz="821531" rtl="0" fontAlgn="auto" latinLnBrk="0" hangingPunct="0">
      <a:lnSpc>
        <a:spcPct val="200000"/>
      </a:lnSpc>
      <a:spcBef>
        <a:spcPts val="0"/>
      </a:spcBef>
      <a:spcAft>
        <a:spcPts val="0"/>
      </a:spcAft>
      <a:buClrTx/>
      <a:buSzTx/>
      <a:buFontTx/>
      <a:buNone/>
      <a:tabLst/>
      <a:defRPr b="1" baseline="0" cap="none" i="0" spc="0" strike="noStrike" sz="6200" u="none" kumimoji="0" normalizeH="0">
        <a:ln>
          <a:noFill/>
        </a:ln>
        <a:solidFill>
          <a:srgbClr val="000000"/>
        </a:solidFill>
        <a:effectLst/>
        <a:uFillTx/>
        <a:latin typeface="Arial"/>
        <a:ea typeface="Arial"/>
        <a:cs typeface="Arial"/>
        <a:sym typeface="Arial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 b="def" i="def"/>
      <a:tcStyle>
        <a:tcBdr/>
        <a:fill>
          <a:solidFill>
            <a:srgbClr val="E3E5E8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398CCE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3797C6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12700" cap="flat">
              <a:solidFill>
                <a:srgbClr val="B8B8B8"/>
              </a:solidFill>
              <a:prstDash val="solid"/>
              <a:miter lim="400000"/>
            </a:ln>
          </a:top>
          <a:bottom>
            <a:ln w="12700" cap="flat">
              <a:solidFill>
                <a:srgbClr val="B8B8B8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 b="def" i="def"/>
      <a:tcStyle>
        <a:tcBdr/>
        <a:fill>
          <a:solidFill>
            <a:srgbClr val="E1E0DA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rgbClr val="5AC831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254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chemeClr val="accent2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V>
        </a:tcBdr>
        <a:fill>
          <a:solidFill>
            <a:srgbClr val="E6E3D7"/>
          </a:solidFill>
        </a:fill>
      </a:tcStyle>
    </a:wholeTbl>
    <a:band2H>
      <a:tcTxStyle b="def" i="def"/>
      <a:tcStyle>
        <a:tcBdr/>
        <a:fill>
          <a:solidFill>
            <a:srgbClr val="C3C2C2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09C99"/>
          </a:solidFill>
        </a:fill>
      </a:tcStyle>
    </a:firstCol>
    <a:la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7764E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7764E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 b="def" i="def"/>
      <a:tcStyle>
        <a:tcBdr/>
        <a:fill>
          <a:solidFill>
            <a:srgbClr val="DCE5E6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firstCol>
    <a:la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D0D1D2"/>
          </a:solidFill>
        </a:fill>
      </a:tcStyle>
    </a:wholeTbl>
    <a:band2H>
      <a:tcTxStyle b="def" i="def"/>
      <a:tcStyle>
        <a:tcBdr/>
        <a:fill>
          <a:solidFill>
            <a:srgbClr val="DEDEDF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535761"/>
          </a:solidFill>
        </a:fill>
      </a:tcStyle>
    </a:firstCol>
    <a:la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909398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67C85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DEEEE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Col>
    <a:lastRow>
      <a:tcTxStyle b="on" i="off">
        <a:font>
          <a:latin typeface="Helvetica"/>
          <a:ea typeface="Helvetica"/>
          <a:cs typeface="Helvetica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1"/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/Relationships>
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Shape 116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17" name="Shape 117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1pPr>
    <a:lvl2pPr indent="228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2pPr>
    <a:lvl3pPr indent="457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3pPr>
    <a:lvl4pPr indent="685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4pPr>
    <a:lvl5pPr indent="9144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5pPr>
    <a:lvl6pPr indent="11430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6pPr>
    <a:lvl7pPr indent="1371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7pPr>
    <a:lvl8pPr indent="1600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8pPr>
    <a:lvl9pPr indent="1828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9pPr>
  </p:notesStyle>
</p:notesMaster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showMasterSp="1" showMasterPhAnim="1">
  <p:cSld name="Title &amp;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hape 11"/>
          <p:cNvSpPr/>
          <p:nvPr>
            <p:ph type="title"/>
          </p:nvPr>
        </p:nvSpPr>
        <p:spPr>
          <a:xfrm>
            <a:off x="4833937" y="2303859"/>
            <a:ext cx="14716126" cy="4643438"/>
          </a:xfrm>
          <a:prstGeom prst="rect">
            <a:avLst/>
          </a:prstGeom>
        </p:spPr>
        <p:txBody>
          <a:bodyPr anchor="b"/>
          <a:lstStyle/>
          <a:p>
            <a:pPr/>
            <a:r>
              <a:t>Title Text</a:t>
            </a:r>
          </a:p>
        </p:txBody>
      </p:sp>
      <p:sp>
        <p:nvSpPr>
          <p:cNvPr id="12" name="Shape 12"/>
          <p:cNvSpPr/>
          <p:nvPr>
            <p:ph type="body" sz="quarter" idx="1"/>
          </p:nvPr>
        </p:nvSpPr>
        <p:spPr>
          <a:xfrm>
            <a:off x="4833937" y="7072312"/>
            <a:ext cx="14716126" cy="1589485"/>
          </a:xfrm>
          <a:prstGeom prst="rect">
            <a:avLst/>
          </a:prstGeom>
        </p:spPr>
        <p:txBody>
          <a:bodyPr anchor="t"/>
          <a:lstStyle>
            <a:lvl1pPr marL="0" indent="0">
              <a:spcBef>
                <a:spcPts val="0"/>
              </a:spcBef>
              <a:buSzTx/>
              <a:buNone/>
            </a:lvl1pPr>
            <a:lvl2pPr marL="0" indent="228600">
              <a:spcBef>
                <a:spcPts val="0"/>
              </a:spcBef>
              <a:buSzTx/>
              <a:buNone/>
            </a:lvl2pPr>
            <a:lvl3pPr marL="0" indent="457200">
              <a:spcBef>
                <a:spcPts val="0"/>
              </a:spcBef>
              <a:buSzTx/>
              <a:buNone/>
            </a:lvl3pPr>
            <a:lvl4pPr marL="0" indent="685800">
              <a:spcBef>
                <a:spcPts val="0"/>
              </a:spcBef>
              <a:buSzTx/>
              <a:buNone/>
            </a:lvl4pPr>
            <a:lvl5pPr marL="0" indent="914400">
              <a:spcBef>
                <a:spcPts val="0"/>
              </a:spcBef>
              <a:buSzTx/>
              <a:buNone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" name="Shape 13"/>
          <p:cNvSpPr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1" showMasterPhAnim="1">
  <p:cSld name="Photo - 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hape 20"/>
          <p:cNvSpPr/>
          <p:nvPr>
            <p:ph type="pic" sz="half" idx="13"/>
          </p:nvPr>
        </p:nvSpPr>
        <p:spPr>
          <a:xfrm>
            <a:off x="5307210" y="892968"/>
            <a:ext cx="13751720" cy="832247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pPr/>
          </a:p>
        </p:txBody>
      </p:sp>
      <p:sp>
        <p:nvSpPr>
          <p:cNvPr id="21" name="Shape 21"/>
          <p:cNvSpPr/>
          <p:nvPr>
            <p:ph type="title"/>
          </p:nvPr>
        </p:nvSpPr>
        <p:spPr>
          <a:xfrm>
            <a:off x="4833937" y="9447609"/>
            <a:ext cx="14716126" cy="2000251"/>
          </a:xfrm>
          <a:prstGeom prst="rect">
            <a:avLst/>
          </a:prstGeom>
        </p:spPr>
        <p:txBody>
          <a:bodyPr anchor="b"/>
          <a:lstStyle/>
          <a:p>
            <a:pPr/>
            <a:r>
              <a:t>Title Text</a:t>
            </a:r>
          </a:p>
        </p:txBody>
      </p:sp>
      <p:sp>
        <p:nvSpPr>
          <p:cNvPr id="22" name="Shape 22"/>
          <p:cNvSpPr/>
          <p:nvPr>
            <p:ph type="body" sz="quarter" idx="1"/>
          </p:nvPr>
        </p:nvSpPr>
        <p:spPr>
          <a:xfrm>
            <a:off x="4833937" y="11519296"/>
            <a:ext cx="14716126" cy="1589486"/>
          </a:xfrm>
          <a:prstGeom prst="rect">
            <a:avLst/>
          </a:prstGeom>
        </p:spPr>
        <p:txBody>
          <a:bodyPr anchor="t"/>
          <a:lstStyle>
            <a:lvl1pPr marL="0" indent="0">
              <a:spcBef>
                <a:spcPts val="0"/>
              </a:spcBef>
              <a:buSzTx/>
              <a:buNone/>
            </a:lvl1pPr>
            <a:lvl2pPr marL="0" indent="228600">
              <a:spcBef>
                <a:spcPts val="0"/>
              </a:spcBef>
              <a:buSzTx/>
              <a:buNone/>
            </a:lvl2pPr>
            <a:lvl3pPr marL="0" indent="457200">
              <a:spcBef>
                <a:spcPts val="0"/>
              </a:spcBef>
              <a:buSzTx/>
              <a:buNone/>
            </a:lvl3pPr>
            <a:lvl4pPr marL="0" indent="685800">
              <a:spcBef>
                <a:spcPts val="0"/>
              </a:spcBef>
              <a:buSzTx/>
              <a:buNone/>
            </a:lvl4pPr>
            <a:lvl5pPr marL="0" indent="914400">
              <a:spcBef>
                <a:spcPts val="0"/>
              </a:spcBef>
              <a:buSzTx/>
              <a:buNone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3" name="Shape 23"/>
          <p:cNvSpPr/>
          <p:nvPr>
            <p:ph type="sldNum" sz="quarter" idx="2"/>
          </p:nvPr>
        </p:nvSpPr>
        <p:spPr>
          <a:xfrm>
            <a:off x="11935814" y="13001625"/>
            <a:ext cx="494513" cy="511175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1" showMasterPhAnim="1">
  <p:cSld name="Title - Cen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30"/>
          <p:cNvSpPr/>
          <p:nvPr>
            <p:ph type="title"/>
          </p:nvPr>
        </p:nvSpPr>
        <p:spPr>
          <a:xfrm>
            <a:off x="4833937" y="4536281"/>
            <a:ext cx="14716126" cy="4643438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31" name="Shape 31"/>
          <p:cNvSpPr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1" showMasterPhAnim="1">
  <p:cSld name="Photo -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Shape 38"/>
          <p:cNvSpPr/>
          <p:nvPr>
            <p:ph type="pic" sz="half" idx="13"/>
          </p:nvPr>
        </p:nvSpPr>
        <p:spPr>
          <a:xfrm>
            <a:off x="12495609" y="892968"/>
            <a:ext cx="7500938" cy="11572876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pPr/>
          </a:p>
        </p:txBody>
      </p:sp>
      <p:sp>
        <p:nvSpPr>
          <p:cNvPr id="39" name="Shape 39"/>
          <p:cNvSpPr/>
          <p:nvPr>
            <p:ph type="title"/>
          </p:nvPr>
        </p:nvSpPr>
        <p:spPr>
          <a:xfrm>
            <a:off x="4387453" y="892968"/>
            <a:ext cx="7500938" cy="5607845"/>
          </a:xfrm>
          <a:prstGeom prst="rect">
            <a:avLst/>
          </a:prstGeom>
        </p:spPr>
        <p:txBody>
          <a:bodyPr anchor="b"/>
          <a:lstStyle>
            <a:lvl1pPr>
              <a:defRPr sz="8400"/>
            </a:lvl1pPr>
          </a:lstStyle>
          <a:p>
            <a:pPr/>
            <a:r>
              <a:t>Title Text</a:t>
            </a:r>
          </a:p>
        </p:txBody>
      </p:sp>
      <p:sp>
        <p:nvSpPr>
          <p:cNvPr id="40" name="Shape 40"/>
          <p:cNvSpPr/>
          <p:nvPr>
            <p:ph type="body" sz="quarter" idx="1"/>
          </p:nvPr>
        </p:nvSpPr>
        <p:spPr>
          <a:xfrm>
            <a:off x="4387453" y="6697265"/>
            <a:ext cx="7500938" cy="5768579"/>
          </a:xfrm>
          <a:prstGeom prst="rect">
            <a:avLst/>
          </a:prstGeom>
        </p:spPr>
        <p:txBody>
          <a:bodyPr anchor="t"/>
          <a:lstStyle>
            <a:lvl1pPr marL="0" indent="0">
              <a:spcBef>
                <a:spcPts val="0"/>
              </a:spcBef>
              <a:buSzTx/>
              <a:buNone/>
            </a:lvl1pPr>
            <a:lvl2pPr marL="0" indent="228600">
              <a:spcBef>
                <a:spcPts val="0"/>
              </a:spcBef>
              <a:buSzTx/>
              <a:buNone/>
            </a:lvl2pPr>
            <a:lvl3pPr marL="0" indent="457200">
              <a:spcBef>
                <a:spcPts val="0"/>
              </a:spcBef>
              <a:buSzTx/>
              <a:buNone/>
            </a:lvl3pPr>
            <a:lvl4pPr marL="0" indent="685800">
              <a:spcBef>
                <a:spcPts val="0"/>
              </a:spcBef>
              <a:buSzTx/>
              <a:buNone/>
            </a:lvl4pPr>
            <a:lvl5pPr marL="0" indent="914400">
              <a:spcBef>
                <a:spcPts val="0"/>
              </a:spcBef>
              <a:buSzTx/>
              <a:buNone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1" name="Shape 41"/>
          <p:cNvSpPr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1" showMasterPhAnim="1">
  <p:cSld name="Title - T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Shape 48"/>
          <p:cNvSpPr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49" name="Shape 49"/>
          <p:cNvSpPr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1" showMasterPhAnim="1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Shape 56"/>
          <p:cNvSpPr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57" name="Shape 57"/>
          <p:cNvSpPr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58" name="Shape 58"/>
          <p:cNvSpPr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1" showMasterPhAnim="1">
  <p:cSld name="Title, Bullets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Shape 65"/>
          <p:cNvSpPr/>
          <p:nvPr>
            <p:ph type="pic" sz="quarter" idx="13"/>
          </p:nvPr>
        </p:nvSpPr>
        <p:spPr>
          <a:xfrm>
            <a:off x="12495609" y="3661171"/>
            <a:ext cx="7500938" cy="8840392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pPr/>
          </a:p>
        </p:txBody>
      </p:sp>
      <p:sp>
        <p:nvSpPr>
          <p:cNvPr id="66" name="Shape 66"/>
          <p:cNvSpPr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67" name="Shape 67"/>
          <p:cNvSpPr/>
          <p:nvPr>
            <p:ph type="body" sz="quarter" idx="1"/>
          </p:nvPr>
        </p:nvSpPr>
        <p:spPr>
          <a:xfrm>
            <a:off x="4387453" y="3661171"/>
            <a:ext cx="7500938" cy="8840392"/>
          </a:xfrm>
          <a:prstGeom prst="rect">
            <a:avLst/>
          </a:prstGeom>
        </p:spPr>
        <p:txBody>
          <a:bodyPr/>
          <a:lstStyle>
            <a:lvl1pPr marL="465364" indent="-465364">
              <a:spcBef>
                <a:spcPts val="4500"/>
              </a:spcBef>
              <a:defRPr sz="3800"/>
            </a:lvl1pPr>
            <a:lvl2pPr marL="808264" indent="-465364">
              <a:spcBef>
                <a:spcPts val="4500"/>
              </a:spcBef>
              <a:defRPr sz="3800"/>
            </a:lvl2pPr>
            <a:lvl3pPr marL="1151164" indent="-465364">
              <a:spcBef>
                <a:spcPts val="4500"/>
              </a:spcBef>
              <a:defRPr sz="3800"/>
            </a:lvl3pPr>
            <a:lvl4pPr marL="1494064" indent="-465364">
              <a:spcBef>
                <a:spcPts val="4500"/>
              </a:spcBef>
              <a:defRPr sz="3800"/>
            </a:lvl4pPr>
            <a:lvl5pPr marL="1836964" indent="-465364">
              <a:spcBef>
                <a:spcPts val="4500"/>
              </a:spcBef>
              <a:defRPr sz="38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68" name="Shape 68"/>
          <p:cNvSpPr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1" showMasterPhAnim="1">
  <p:cSld name="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75"/>
          <p:cNvSpPr/>
          <p:nvPr>
            <p:ph type="body" idx="1"/>
          </p:nvPr>
        </p:nvSpPr>
        <p:spPr>
          <a:xfrm>
            <a:off x="4387453" y="1785937"/>
            <a:ext cx="15609094" cy="10144126"/>
          </a:xfrm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6" name="Shape 76"/>
          <p:cNvSpPr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1" showMasterPhAnim="1">
  <p:cSld name="Photo - 3 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Shape 83"/>
          <p:cNvSpPr/>
          <p:nvPr>
            <p:ph type="pic" sz="quarter" idx="13"/>
          </p:nvPr>
        </p:nvSpPr>
        <p:spPr>
          <a:xfrm>
            <a:off x="12495609" y="7161609"/>
            <a:ext cx="7500938" cy="5304235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pPr/>
          </a:p>
        </p:txBody>
      </p:sp>
      <p:sp>
        <p:nvSpPr>
          <p:cNvPr id="84" name="Shape 84"/>
          <p:cNvSpPr/>
          <p:nvPr>
            <p:ph type="pic" sz="quarter" idx="14"/>
          </p:nvPr>
        </p:nvSpPr>
        <p:spPr>
          <a:xfrm>
            <a:off x="12504353" y="1250156"/>
            <a:ext cx="7500939" cy="5304235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pPr/>
          </a:p>
        </p:txBody>
      </p:sp>
      <p:sp>
        <p:nvSpPr>
          <p:cNvPr id="85" name="Shape 85"/>
          <p:cNvSpPr/>
          <p:nvPr>
            <p:ph type="pic" sz="half" idx="15"/>
          </p:nvPr>
        </p:nvSpPr>
        <p:spPr>
          <a:xfrm>
            <a:off x="4387453" y="1250156"/>
            <a:ext cx="7500938" cy="11215688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pPr/>
          </a:p>
        </p:txBody>
      </p:sp>
      <p:sp>
        <p:nvSpPr>
          <p:cNvPr id="86" name="Shape 86"/>
          <p:cNvSpPr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1" showMasterPhAnim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Shape 93"/>
          <p:cNvSpPr/>
          <p:nvPr>
            <p:ph type="body" sz="quarter" idx="13"/>
          </p:nvPr>
        </p:nvSpPr>
        <p:spPr>
          <a:xfrm>
            <a:off x="4833937" y="8947546"/>
            <a:ext cx="14716126" cy="660798"/>
          </a:xfrm>
          <a:prstGeom prst="rect">
            <a:avLst/>
          </a:prstGeo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buSzTx/>
              <a:buNone/>
              <a:defRPr sz="3200"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/>
            <a:r>
              <a:t>–Johnny Appleseed</a:t>
            </a:r>
          </a:p>
        </p:txBody>
      </p:sp>
      <p:sp>
        <p:nvSpPr>
          <p:cNvPr id="94" name="Shape 94"/>
          <p:cNvSpPr/>
          <p:nvPr>
            <p:ph type="body" sz="quarter" idx="14"/>
          </p:nvPr>
        </p:nvSpPr>
        <p:spPr>
          <a:xfrm>
            <a:off x="4833937" y="6000353"/>
            <a:ext cx="14716126" cy="965201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SzTx/>
              <a:buNone/>
              <a:defRPr sz="5200"/>
            </a:lvl1pPr>
          </a:lstStyle>
          <a:p>
            <a:pPr/>
            <a:r>
              <a:t>“Type a quote here.” </a:t>
            </a:r>
          </a:p>
        </p:txBody>
      </p:sp>
      <p:sp>
        <p:nvSpPr>
          <p:cNvPr id="95" name="Shape 95"/>
          <p:cNvSpPr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1" showMasterPhAnim="1">
  <p:cSld name="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Shape 102"/>
          <p:cNvSpPr/>
          <p:nvPr>
            <p:ph type="pic" idx="13"/>
          </p:nvPr>
        </p:nvSpPr>
        <p:spPr>
          <a:xfrm>
            <a:off x="3048000" y="0"/>
            <a:ext cx="18288000" cy="137160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pPr/>
          </a:p>
        </p:txBody>
      </p:sp>
      <p:sp>
        <p:nvSpPr>
          <p:cNvPr id="103" name="Shape 103"/>
          <p:cNvSpPr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Shape 110"/>
          <p:cNvSpPr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>
            <p:ph type="title"/>
          </p:nvPr>
        </p:nvSpPr>
        <p:spPr>
          <a:xfrm>
            <a:off x="4387453" y="625078"/>
            <a:ext cx="15609094" cy="30360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1437" tIns="71437" rIns="71437" bIns="71437" anchor="ctr">
            <a:normAutofit fontScale="100000" lnSpcReduction="0"/>
          </a:bodyPr>
          <a:lstStyle/>
          <a:p>
            <a:pPr/>
            <a:r>
              <a:t>Title Text</a:t>
            </a:r>
          </a:p>
        </p:txBody>
      </p:sp>
      <p:sp>
        <p:nvSpPr>
          <p:cNvPr id="3" name="Shape 3"/>
          <p:cNvSpPr/>
          <p:nvPr>
            <p:ph type="body" idx="1"/>
          </p:nvPr>
        </p:nvSpPr>
        <p:spPr>
          <a:xfrm>
            <a:off x="4387453" y="3661171"/>
            <a:ext cx="15609094" cy="88403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1437" tIns="71437" rIns="71437" bIns="71437" anchor="ctr">
            <a:normAutofit fontScale="100000" lnSpcReduction="0"/>
          </a:bodyPr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hape 4"/>
          <p:cNvSpPr/>
          <p:nvPr>
            <p:ph type="sldNum" sz="quarter" idx="2"/>
          </p:nvPr>
        </p:nvSpPr>
        <p:spPr>
          <a:xfrm>
            <a:off x="11935814" y="13010554"/>
            <a:ext cx="494513" cy="511176"/>
          </a:xfrm>
          <a:prstGeom prst="rect">
            <a:avLst/>
          </a:prstGeom>
          <a:ln w="12700">
            <a:miter lim="400000"/>
          </a:ln>
        </p:spPr>
        <p:txBody>
          <a:bodyPr wrap="none" lIns="71437" tIns="71437" rIns="71437" bIns="71437">
            <a:spAutoFit/>
          </a:bodyPr>
          <a:lstStyle>
            <a:lvl1pPr algn="ctr">
              <a:lnSpc>
                <a:spcPct val="100000"/>
              </a:lnSpc>
              <a:defRPr b="0" sz="2400">
                <a:latin typeface="+mn-lt"/>
                <a:ea typeface="+mn-ea"/>
                <a:cs typeface="+mn-cs"/>
                <a:sym typeface="Helvetica Light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p:transition xmlns:p14="http://schemas.microsoft.com/office/powerpoint/2010/main" spd="med" advClick="1"/>
  <p:txStyles>
    <p:titleStyle>
      <a:lvl1pPr marL="0" marR="0" indent="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1200" u="none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1pPr>
      <a:lvl2pPr marL="0" marR="0" indent="22860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1200" u="none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2pPr>
      <a:lvl3pPr marL="0" marR="0" indent="45720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1200" u="none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3pPr>
      <a:lvl4pPr marL="0" marR="0" indent="68580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1200" u="none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4pPr>
      <a:lvl5pPr marL="0" marR="0" indent="91440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1200" u="none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5pPr>
      <a:lvl6pPr marL="0" marR="0" indent="114300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1200" u="none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6pPr>
      <a:lvl7pPr marL="0" marR="0" indent="137160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1200" u="none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7pPr>
      <a:lvl8pPr marL="0" marR="0" indent="160020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1200" u="none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8pPr>
      <a:lvl9pPr marL="0" marR="0" indent="182880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1200" u="none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9pPr>
    </p:titleStyle>
    <p:bodyStyle>
      <a:lvl1pPr marL="617361" marR="0" indent="-617361" algn="l" defTabSz="821531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75000"/>
        <a:buFontTx/>
        <a:buChar char="•"/>
        <a:tabLst/>
        <a:defRPr b="0" baseline="0" cap="none" i="0" spc="0" strike="noStrike" sz="5000" u="none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1pPr>
      <a:lvl2pPr marL="1061861" marR="0" indent="-617361" algn="l" defTabSz="821531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75000"/>
        <a:buFontTx/>
        <a:buChar char="•"/>
        <a:tabLst/>
        <a:defRPr b="0" baseline="0" cap="none" i="0" spc="0" strike="noStrike" sz="5000" u="none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2pPr>
      <a:lvl3pPr marL="1506361" marR="0" indent="-617361" algn="l" defTabSz="821531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75000"/>
        <a:buFontTx/>
        <a:buChar char="•"/>
        <a:tabLst/>
        <a:defRPr b="0" baseline="0" cap="none" i="0" spc="0" strike="noStrike" sz="5000" u="none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3pPr>
      <a:lvl4pPr marL="1950861" marR="0" indent="-617361" algn="l" defTabSz="821531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75000"/>
        <a:buFontTx/>
        <a:buChar char="•"/>
        <a:tabLst/>
        <a:defRPr b="0" baseline="0" cap="none" i="0" spc="0" strike="noStrike" sz="5000" u="none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4pPr>
      <a:lvl5pPr marL="2395361" marR="0" indent="-617361" algn="l" defTabSz="821531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75000"/>
        <a:buFontTx/>
        <a:buChar char="•"/>
        <a:tabLst/>
        <a:defRPr b="0" baseline="0" cap="none" i="0" spc="0" strike="noStrike" sz="5000" u="none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5pPr>
      <a:lvl6pPr marL="2839861" marR="0" indent="-617361" algn="l" defTabSz="821531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75000"/>
        <a:buFontTx/>
        <a:buChar char="•"/>
        <a:tabLst/>
        <a:defRPr b="0" baseline="0" cap="none" i="0" spc="0" strike="noStrike" sz="5000" u="none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6pPr>
      <a:lvl7pPr marL="3284361" marR="0" indent="-617361" algn="l" defTabSz="821531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75000"/>
        <a:buFontTx/>
        <a:buChar char="•"/>
        <a:tabLst/>
        <a:defRPr b="0" baseline="0" cap="none" i="0" spc="0" strike="noStrike" sz="5000" u="none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7pPr>
      <a:lvl8pPr marL="3728861" marR="0" indent="-617361" algn="l" defTabSz="821531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75000"/>
        <a:buFontTx/>
        <a:buChar char="•"/>
        <a:tabLst/>
        <a:defRPr b="0" baseline="0" cap="none" i="0" spc="0" strike="noStrike" sz="5000" u="none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8pPr>
      <a:lvl9pPr marL="4173361" marR="0" indent="-617361" algn="l" defTabSz="821531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75000"/>
        <a:buFontTx/>
        <a:buChar char="•"/>
        <a:tabLst/>
        <a:defRPr b="0" baseline="0" cap="none" i="0" spc="0" strike="noStrike" sz="5000" u="none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9pPr>
    </p:bodyStyle>
    <p:otherStyle>
      <a:lvl1pPr marL="0" marR="0" indent="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400" u="none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1pPr>
      <a:lvl2pPr marL="0" marR="0" indent="22860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400" u="none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2pPr>
      <a:lvl3pPr marL="0" marR="0" indent="45720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400" u="none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3pPr>
      <a:lvl4pPr marL="0" marR="0" indent="68580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400" u="none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4pPr>
      <a:lvl5pPr marL="0" marR="0" indent="91440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400" u="none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5pPr>
      <a:lvl6pPr marL="0" marR="0" indent="114300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400" u="none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6pPr>
      <a:lvl7pPr marL="0" marR="0" indent="137160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400" u="none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7pPr>
      <a:lvl8pPr marL="0" marR="0" indent="160020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400" u="none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8pPr>
      <a:lvl9pPr marL="0" marR="0" indent="182880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400" u="none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2.xml"/></Relationships>
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jpeg"/></Relationships>
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.jpeg"/></Relationships>
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.jpeg"/></Relationships>
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.jpeg"/></Relationships>
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4.jpeg"/></Relationships>
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4.jpeg"/></Relationships>
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5.jpeg"/></Relationships>
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6.jpeg"/></Relationships>
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7.jpeg"/><Relationship Id="rId3" Type="http://schemas.openxmlformats.org/officeDocument/2006/relationships/image" Target="../media/image8.jpeg"/></Relationships>
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1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1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2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2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
</file>

<file path=ppt/slides/_rels/slide2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2.xml"/></Relationships>

</file>

<file path=ppt/slides/_rels/slide2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2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Shape 120"/>
          <p:cNvSpPr/>
          <p:nvPr>
            <p:ph type="title"/>
          </p:nvPr>
        </p:nvSpPr>
        <p:spPr>
          <a:xfrm>
            <a:off x="3863977" y="889000"/>
            <a:ext cx="3757655" cy="5607844"/>
          </a:xfrm>
          <a:prstGeom prst="rect">
            <a:avLst/>
          </a:prstGeom>
        </p:spPr>
        <p:txBody>
          <a:bodyPr anchor="ctr"/>
          <a:lstStyle/>
          <a:p>
            <a:pPr/>
            <a:r>
              <a:t>Lauren</a:t>
            </a:r>
          </a:p>
        </p:txBody>
      </p:sp>
      <p:sp>
        <p:nvSpPr>
          <p:cNvPr id="121" name="Shape 121"/>
          <p:cNvSpPr/>
          <p:nvPr>
            <p:ph type="body" sz="quarter" idx="1"/>
          </p:nvPr>
        </p:nvSpPr>
        <p:spPr>
          <a:xfrm>
            <a:off x="3900797" y="5200151"/>
            <a:ext cx="10969006" cy="5768579"/>
          </a:xfrm>
          <a:prstGeom prst="rect">
            <a:avLst/>
          </a:prstGeom>
        </p:spPr>
        <p:txBody>
          <a:bodyPr/>
          <a:lstStyle/>
          <a:p>
            <a:pPr/>
            <a:r>
              <a:t>自己紹介</a:t>
            </a:r>
          </a:p>
        </p:txBody>
      </p:sp>
    </p:spTree>
  </p:cSld>
  <p:clrMapOvr>
    <a:masterClrMapping/>
  </p:clrMapOvr>
  <p:transition xmlns:p14="http://schemas.microsoft.com/office/powerpoint/2010/main" spd="med" advClick="1" p14:dur="1000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Shape 123"/>
          <p:cNvSpPr/>
          <p:nvPr>
            <p:ph type="title"/>
          </p:nvPr>
        </p:nvSpPr>
        <p:spPr>
          <a:xfrm>
            <a:off x="3859100" y="892968"/>
            <a:ext cx="2788575" cy="5607845"/>
          </a:xfrm>
          <a:prstGeom prst="rect">
            <a:avLst/>
          </a:prstGeom>
        </p:spPr>
        <p:txBody>
          <a:bodyPr anchor="ctr"/>
          <a:lstStyle/>
          <a:p>
            <a:pPr/>
            <a:r>
              <a:t>Sato</a:t>
            </a:r>
          </a:p>
        </p:txBody>
      </p:sp>
      <p:sp>
        <p:nvSpPr>
          <p:cNvPr id="124" name="Shape 124"/>
          <p:cNvSpPr/>
          <p:nvPr>
            <p:ph type="body" sz="quarter" idx="1"/>
          </p:nvPr>
        </p:nvSpPr>
        <p:spPr>
          <a:xfrm>
            <a:off x="4168273" y="5101005"/>
            <a:ext cx="10969005" cy="5768579"/>
          </a:xfrm>
          <a:prstGeom prst="rect">
            <a:avLst/>
          </a:prstGeom>
        </p:spPr>
        <p:txBody>
          <a:bodyPr/>
          <a:lstStyle/>
          <a:p>
            <a:pPr/>
            <a:r>
              <a:t>英語講師</a:t>
            </a:r>
          </a:p>
          <a:p>
            <a:pPr/>
            <a:r>
              <a:t>ヨーロッパ在住歴</a:t>
            </a:r>
          </a:p>
          <a:p>
            <a:pPr/>
            <a:r>
              <a:t> ・英語指導歴 </a:t>
            </a:r>
          </a:p>
          <a:p>
            <a:pPr/>
            <a:r>
              <a:t>25年以上 </a:t>
            </a:r>
          </a:p>
        </p:txBody>
      </p:sp>
      <p:pic>
        <p:nvPicPr>
          <p:cNvPr id="125" name="tulpen-in-de-kop.jpg"/>
          <p:cNvPicPr>
            <a:picLocks noChangeAspect="0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1404862" y="2522835"/>
            <a:ext cx="9439259" cy="616677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 p14:dur="1000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Shape 127"/>
          <p:cNvSpPr/>
          <p:nvPr>
            <p:ph type="title"/>
          </p:nvPr>
        </p:nvSpPr>
        <p:spPr>
          <a:xfrm>
            <a:off x="4911688" y="2053828"/>
            <a:ext cx="14560624" cy="5607844"/>
          </a:xfrm>
          <a:prstGeom prst="rect">
            <a:avLst/>
          </a:prstGeom>
        </p:spPr>
        <p:txBody>
          <a:bodyPr anchor="ctr"/>
          <a:lstStyle/>
          <a:p>
            <a:pPr/>
            <a:r>
              <a:t>『今』ではない？現在進行形</a:t>
            </a:r>
          </a:p>
        </p:txBody>
      </p:sp>
      <p:sp>
        <p:nvSpPr>
          <p:cNvPr id="128" name="Shape 128"/>
          <p:cNvSpPr/>
          <p:nvPr>
            <p:ph type="body" sz="half" idx="1"/>
          </p:nvPr>
        </p:nvSpPr>
        <p:spPr>
          <a:xfrm>
            <a:off x="5998699" y="5621395"/>
            <a:ext cx="14203664" cy="5768579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9300"/>
                </a:solidFill>
              </a:defRPr>
            </a:lvl1pPr>
          </a:lstStyle>
          <a:p>
            <a:pPr/>
            <a:r>
              <a:t>現在進行形の動詞の形 = be動詞 +動詞のing形</a:t>
            </a:r>
          </a:p>
        </p:txBody>
      </p:sp>
    </p:spTree>
  </p:cSld>
  <p:clrMapOvr>
    <a:masterClrMapping/>
  </p:clrMapOvr>
  <p:transition xmlns:p14="http://schemas.microsoft.com/office/powerpoint/2010/main" spd="med" advClick="1" p14:dur="1000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Shape 130"/>
          <p:cNvSpPr/>
          <p:nvPr>
            <p:ph type="title"/>
          </p:nvPr>
        </p:nvSpPr>
        <p:spPr>
          <a:xfrm>
            <a:off x="3728970" y="3781251"/>
            <a:ext cx="16926060" cy="5607845"/>
          </a:xfrm>
          <a:prstGeom prst="rect">
            <a:avLst/>
          </a:prstGeom>
        </p:spPr>
        <p:txBody>
          <a:bodyPr anchor="ctr"/>
          <a:lstStyle/>
          <a:p>
            <a:pPr algn="l"/>
            <a:r>
              <a:t>Please don’t make so much noise. I’</a:t>
            </a:r>
            <a:r>
              <a:rPr u="sng"/>
              <a:t>m working </a:t>
            </a:r>
            <a:r>
              <a:t>now.</a:t>
            </a:r>
          </a:p>
        </p:txBody>
      </p:sp>
    </p:spTree>
  </p:cSld>
  <p:clrMapOvr>
    <a:masterClrMapping/>
  </p:clrMapOvr>
  <p:transition xmlns:p14="http://schemas.microsoft.com/office/powerpoint/2010/main" spd="med" advClick="1" p14:dur="1000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" name="22146156.jp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2425078" y="1931271"/>
            <a:ext cx="7926215" cy="7926215"/>
          </a:xfrm>
          <a:prstGeom prst="rect">
            <a:avLst/>
          </a:prstGeom>
          <a:ln w="12700">
            <a:miter lim="400000"/>
          </a:ln>
        </p:spPr>
      </p:pic>
      <p:sp>
        <p:nvSpPr>
          <p:cNvPr id="133" name="Shape 133"/>
          <p:cNvSpPr/>
          <p:nvPr>
            <p:ph type="title"/>
          </p:nvPr>
        </p:nvSpPr>
        <p:spPr>
          <a:xfrm>
            <a:off x="4608078" y="2553890"/>
            <a:ext cx="8399559" cy="5607845"/>
          </a:xfrm>
          <a:prstGeom prst="rect">
            <a:avLst/>
          </a:prstGeom>
        </p:spPr>
        <p:txBody>
          <a:bodyPr anchor="ctr"/>
          <a:lstStyle>
            <a:lvl1pPr>
              <a:defRPr sz="8600">
                <a:solidFill>
                  <a:srgbClr val="FF9300"/>
                </a:solidFill>
              </a:defRPr>
            </a:lvl1pPr>
          </a:lstStyle>
          <a:p>
            <a:pPr/>
            <a:r>
              <a:t>I’m working now. </a:t>
            </a:r>
          </a:p>
        </p:txBody>
      </p:sp>
      <p:sp>
        <p:nvSpPr>
          <p:cNvPr id="134" name="Shape 134"/>
          <p:cNvSpPr/>
          <p:nvPr>
            <p:ph type="body" sz="quarter" idx="1"/>
          </p:nvPr>
        </p:nvSpPr>
        <p:spPr>
          <a:xfrm>
            <a:off x="4840914" y="5625703"/>
            <a:ext cx="10016389" cy="3513135"/>
          </a:xfrm>
          <a:prstGeom prst="rect">
            <a:avLst/>
          </a:prstGeom>
        </p:spPr>
        <p:txBody>
          <a:bodyPr/>
          <a:lstStyle/>
          <a:p>
            <a:pPr/>
            <a:r>
              <a:t>今まさに作業中  </a:t>
            </a:r>
          </a:p>
          <a:p>
            <a:pPr/>
            <a:r>
              <a:t> =注意喚起として自然</a:t>
            </a:r>
          </a:p>
        </p:txBody>
      </p:sp>
    </p:spTree>
  </p:cSld>
  <p:clrMapOvr>
    <a:masterClrMapping/>
  </p:clrMapOvr>
  <p:transition xmlns:p14="http://schemas.microsoft.com/office/powerpoint/2010/main" spd="med" advClick="1" p14:dur="1000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" name="27422907.jp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4288182" y="4457206"/>
            <a:ext cx="7361648" cy="5521236"/>
          </a:xfrm>
          <a:prstGeom prst="rect">
            <a:avLst/>
          </a:prstGeom>
          <a:ln w="12700">
            <a:miter lim="400000"/>
          </a:ln>
        </p:spPr>
      </p:pic>
      <p:sp>
        <p:nvSpPr>
          <p:cNvPr id="137" name="Shape 137"/>
          <p:cNvSpPr/>
          <p:nvPr/>
        </p:nvSpPr>
        <p:spPr>
          <a:xfrm>
            <a:off x="10365519" y="3988710"/>
            <a:ext cx="9930967" cy="5773779"/>
          </a:xfrm>
          <a:prstGeom prst="wedgeEllipseCallout">
            <a:avLst>
              <a:gd name="adj1" fmla="val -59655"/>
              <a:gd name="adj2" fmla="val -13624"/>
            </a:avLst>
          </a:prstGeom>
          <a:ln w="25400">
            <a:solidFill>
              <a:srgbClr val="85888D"/>
            </a:solidFill>
            <a:miter lim="400000"/>
          </a:ln>
        </p:spPr>
        <p:txBody>
          <a:bodyPr lIns="71437" tIns="71437" rIns="71437" bIns="71437" anchor="ctr"/>
          <a:lstStyle/>
          <a:p>
            <a:pPr algn="ctr">
              <a:lnSpc>
                <a:spcPct val="100000"/>
              </a:lnSpc>
              <a:defRPr b="0" sz="3200">
                <a:latin typeface="+mn-lt"/>
                <a:ea typeface="+mn-ea"/>
                <a:cs typeface="+mn-cs"/>
                <a:sym typeface="Helvetica Light"/>
              </a:defRPr>
            </a:pPr>
          </a:p>
        </p:txBody>
      </p:sp>
      <p:sp>
        <p:nvSpPr>
          <p:cNvPr id="138" name="Shape 138"/>
          <p:cNvSpPr/>
          <p:nvPr/>
        </p:nvSpPr>
        <p:spPr>
          <a:xfrm>
            <a:off x="11809103" y="4411662"/>
            <a:ext cx="8118032" cy="48164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1437" tIns="71437" rIns="71437" bIns="71437" anchor="ctr">
            <a:spAutoFit/>
          </a:bodyPr>
          <a:lstStyle/>
          <a:p>
            <a:pPr>
              <a:lnSpc>
                <a:spcPct val="100000"/>
              </a:lnSpc>
              <a:defRPr b="0" sz="8400">
                <a:latin typeface="+mn-lt"/>
                <a:ea typeface="+mn-ea"/>
                <a:cs typeface="+mn-cs"/>
                <a:sym typeface="Helvetica Light"/>
              </a:defRPr>
            </a:pPr>
            <a:r>
              <a:t>  </a:t>
            </a:r>
            <a:r>
              <a:rPr sz="7400"/>
              <a:t> I’</a:t>
            </a:r>
            <a:r>
              <a:rPr sz="7400" u="sng"/>
              <a:t>m reading</a:t>
            </a:r>
            <a:r>
              <a:rPr sz="7400"/>
              <a:t> a really good book at the moment. It’s  </a:t>
            </a:r>
            <a:endParaRPr sz="7400"/>
          </a:p>
          <a:p>
            <a:pPr>
              <a:lnSpc>
                <a:spcPct val="100000"/>
              </a:lnSpc>
              <a:defRPr b="0" sz="7400">
                <a:latin typeface="+mn-lt"/>
                <a:ea typeface="+mn-ea"/>
                <a:cs typeface="+mn-cs"/>
                <a:sym typeface="Helvetica Light"/>
              </a:defRPr>
            </a:pPr>
            <a:r>
              <a:t>  about music.</a:t>
            </a:r>
          </a:p>
        </p:txBody>
      </p:sp>
      <p:sp>
        <p:nvSpPr>
          <p:cNvPr id="139" name="Shape 139"/>
          <p:cNvSpPr/>
          <p:nvPr>
            <p:ph type="title"/>
          </p:nvPr>
        </p:nvSpPr>
        <p:spPr>
          <a:xfrm>
            <a:off x="969970" y="1317286"/>
            <a:ext cx="22281441" cy="6393657"/>
          </a:xfrm>
          <a:prstGeom prst="rect">
            <a:avLst/>
          </a:prstGeom>
        </p:spPr>
        <p:txBody>
          <a:bodyPr anchor="ctr"/>
          <a:lstStyle/>
          <a:p>
            <a:pPr>
              <a:defRPr sz="6800"/>
            </a:pPr>
            <a:r>
              <a:rPr sz="7400"/>
              <a:t>Kate </a:t>
            </a:r>
            <a:r>
              <a:rPr sz="7400" u="sng"/>
              <a:t>is speaking</a:t>
            </a:r>
            <a:r>
              <a:rPr sz="7400"/>
              <a:t> to a friend on the phone now.</a:t>
            </a:r>
            <a:r>
              <a:t> </a:t>
            </a:r>
          </a:p>
          <a:p>
            <a:pPr>
              <a:defRPr sz="6800"/>
            </a:pPr>
          </a:p>
        </p:txBody>
      </p:sp>
    </p:spTree>
  </p:cSld>
  <p:clrMapOvr>
    <a:masterClrMapping/>
  </p:clrMapOvr>
  <p:transition xmlns:p14="http://schemas.microsoft.com/office/powerpoint/2010/main" spd="med" advClick="1" p14:dur="1000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1" name="27422907.jp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4292600" y="4457206"/>
            <a:ext cx="7366000" cy="5524502"/>
          </a:xfrm>
          <a:prstGeom prst="rect">
            <a:avLst/>
          </a:prstGeom>
          <a:ln w="12700">
            <a:miter lim="400000"/>
          </a:ln>
        </p:spPr>
      </p:pic>
      <p:sp>
        <p:nvSpPr>
          <p:cNvPr id="142" name="Shape 142"/>
          <p:cNvSpPr/>
          <p:nvPr/>
        </p:nvSpPr>
        <p:spPr>
          <a:xfrm>
            <a:off x="10365519" y="3845835"/>
            <a:ext cx="9930967" cy="5773779"/>
          </a:xfrm>
          <a:prstGeom prst="wedgeEllipseCallout">
            <a:avLst>
              <a:gd name="adj1" fmla="val -59655"/>
              <a:gd name="adj2" fmla="val -13624"/>
            </a:avLst>
          </a:prstGeom>
          <a:ln w="25400">
            <a:solidFill>
              <a:srgbClr val="85888D"/>
            </a:solidFill>
            <a:miter lim="400000"/>
          </a:ln>
        </p:spPr>
        <p:txBody>
          <a:bodyPr lIns="71437" tIns="71437" rIns="71437" bIns="71437" anchor="ctr"/>
          <a:lstStyle/>
          <a:p>
            <a:pPr algn="ctr">
              <a:lnSpc>
                <a:spcPct val="100000"/>
              </a:lnSpc>
              <a:defRPr b="0" sz="3200">
                <a:latin typeface="+mn-lt"/>
                <a:ea typeface="+mn-ea"/>
                <a:cs typeface="+mn-cs"/>
                <a:sym typeface="Helvetica Light"/>
              </a:defRPr>
            </a:pPr>
          </a:p>
        </p:txBody>
      </p:sp>
      <p:sp>
        <p:nvSpPr>
          <p:cNvPr id="143" name="Shape 143"/>
          <p:cNvSpPr/>
          <p:nvPr/>
        </p:nvSpPr>
        <p:spPr>
          <a:xfrm>
            <a:off x="11809103" y="4418597"/>
            <a:ext cx="8118032" cy="46640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1437" tIns="71437" rIns="71437" bIns="71437" anchor="ctr">
            <a:spAutoFit/>
          </a:bodyPr>
          <a:lstStyle/>
          <a:p>
            <a:pPr>
              <a:lnSpc>
                <a:spcPct val="100000"/>
              </a:lnSpc>
              <a:defRPr b="0" sz="7400">
                <a:latin typeface="+mn-lt"/>
                <a:ea typeface="+mn-ea"/>
                <a:cs typeface="+mn-cs"/>
                <a:sym typeface="Helvetica Light"/>
              </a:defRPr>
            </a:pPr>
            <a:r>
              <a:t>  </a:t>
            </a:r>
            <a:r>
              <a:rPr>
                <a:solidFill>
                  <a:srgbClr val="797979"/>
                </a:solidFill>
              </a:rPr>
              <a:t> </a:t>
            </a:r>
            <a:r>
              <a:rPr>
                <a:solidFill>
                  <a:srgbClr val="FF9300"/>
                </a:solidFill>
              </a:rPr>
              <a:t>I’</a:t>
            </a:r>
            <a:r>
              <a:rPr u="sng">
                <a:solidFill>
                  <a:srgbClr val="FF9300"/>
                </a:solidFill>
              </a:rPr>
              <a:t>m reading</a:t>
            </a:r>
            <a:r>
              <a:rPr>
                <a:solidFill>
                  <a:srgbClr val="FF9300"/>
                </a:solidFill>
              </a:rPr>
              <a:t> a really good book at the moment.</a:t>
            </a:r>
            <a:r>
              <a:rPr>
                <a:solidFill>
                  <a:srgbClr val="797979"/>
                </a:solidFill>
              </a:rPr>
              <a:t> It’s  </a:t>
            </a:r>
            <a:endParaRPr>
              <a:solidFill>
                <a:srgbClr val="797979"/>
              </a:solidFill>
            </a:endParaRPr>
          </a:p>
          <a:p>
            <a:pPr>
              <a:lnSpc>
                <a:spcPct val="100000"/>
              </a:lnSpc>
              <a:defRPr b="0" sz="7400">
                <a:solidFill>
                  <a:srgbClr val="797979"/>
                </a:solidFill>
                <a:latin typeface="+mn-lt"/>
                <a:ea typeface="+mn-ea"/>
                <a:cs typeface="+mn-cs"/>
                <a:sym typeface="Helvetica Light"/>
              </a:defRPr>
            </a:pPr>
            <a:r>
              <a:t>  about music.</a:t>
            </a:r>
          </a:p>
        </p:txBody>
      </p:sp>
      <p:sp>
        <p:nvSpPr>
          <p:cNvPr id="144" name="Shape 144"/>
          <p:cNvSpPr/>
          <p:nvPr>
            <p:ph type="title"/>
          </p:nvPr>
        </p:nvSpPr>
        <p:spPr>
          <a:xfrm>
            <a:off x="4891713" y="1803429"/>
            <a:ext cx="14600574" cy="4922509"/>
          </a:xfrm>
          <a:prstGeom prst="rect">
            <a:avLst/>
          </a:prstGeom>
        </p:spPr>
        <p:txBody>
          <a:bodyPr anchor="ctr"/>
          <a:lstStyle/>
          <a:p>
            <a:pPr algn="l" defTabSz="665440">
              <a:defRPr sz="5670"/>
            </a:pPr>
            <a:r>
              <a:t>「今」という言葉でイメージする時間は、</a:t>
            </a:r>
          </a:p>
          <a:p>
            <a:pPr algn="l" defTabSz="665440">
              <a:defRPr sz="5670"/>
            </a:pPr>
            <a:r>
              <a:t>会話や文章の内容によってその長さが変わる</a:t>
            </a:r>
          </a:p>
          <a:p>
            <a:pPr algn="l" defTabSz="665440">
              <a:defRPr sz="5670"/>
            </a:pPr>
          </a:p>
          <a:p>
            <a:pPr algn="l" defTabSz="665440">
              <a:defRPr sz="5670"/>
            </a:pPr>
          </a:p>
        </p:txBody>
      </p:sp>
    </p:spTree>
  </p:cSld>
  <p:clrMapOvr>
    <a:masterClrMapping/>
  </p:clrMapOvr>
  <p:transition xmlns:p14="http://schemas.microsoft.com/office/powerpoint/2010/main" spd="med" advClick="1" p14:dur="1000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" name="2448154.jp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3256830" y="3967275"/>
            <a:ext cx="6728590" cy="6728590"/>
          </a:xfrm>
          <a:prstGeom prst="rect">
            <a:avLst/>
          </a:prstGeom>
          <a:ln w="12700">
            <a:miter lim="400000"/>
          </a:ln>
        </p:spPr>
      </p:pic>
      <p:sp>
        <p:nvSpPr>
          <p:cNvPr id="147" name="Shape 147"/>
          <p:cNvSpPr/>
          <p:nvPr>
            <p:ph type="title"/>
          </p:nvPr>
        </p:nvSpPr>
        <p:spPr>
          <a:xfrm>
            <a:off x="2193169" y="2033580"/>
            <a:ext cx="19997662" cy="7481126"/>
          </a:xfrm>
          <a:prstGeom prst="rect">
            <a:avLst/>
          </a:prstGeom>
        </p:spPr>
        <p:txBody>
          <a:bodyPr anchor="ctr"/>
          <a:lstStyle/>
          <a:p>
            <a:pPr algn="l"/>
            <a:r>
              <a:t>She is not studying very hard these days.</a:t>
            </a:r>
          </a:p>
          <a:p>
            <a:pPr algn="l"/>
          </a:p>
        </p:txBody>
      </p:sp>
    </p:spTree>
  </p:cSld>
  <p:clrMapOvr>
    <a:masterClrMapping/>
  </p:clrMapOvr>
  <p:transition xmlns:p14="http://schemas.microsoft.com/office/powerpoint/2010/main" spd="med" advClick="1" p14:dur="1000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9" name="2448154.jp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3256830" y="3967275"/>
            <a:ext cx="6728590" cy="6728590"/>
          </a:xfrm>
          <a:prstGeom prst="rect">
            <a:avLst/>
          </a:prstGeom>
          <a:ln w="12700">
            <a:miter lim="400000"/>
          </a:ln>
        </p:spPr>
      </p:pic>
      <p:sp>
        <p:nvSpPr>
          <p:cNvPr id="150" name="Shape 150"/>
          <p:cNvSpPr/>
          <p:nvPr>
            <p:ph type="title"/>
          </p:nvPr>
        </p:nvSpPr>
        <p:spPr>
          <a:xfrm>
            <a:off x="4072437" y="2688812"/>
            <a:ext cx="13136656" cy="5316374"/>
          </a:xfrm>
          <a:prstGeom prst="rect">
            <a:avLst/>
          </a:prstGeom>
        </p:spPr>
        <p:txBody>
          <a:bodyPr anchor="ctr"/>
          <a:lstStyle/>
          <a:p>
            <a:pPr algn="l">
              <a:defRPr>
                <a:solidFill>
                  <a:srgbClr val="FF9300"/>
                </a:solidFill>
              </a:defRPr>
            </a:pPr>
            <a:r>
              <a:t>not studying … these days </a:t>
            </a:r>
          </a:p>
          <a:p>
            <a:pPr algn="l">
              <a:defRPr>
                <a:solidFill>
                  <a:srgbClr val="FF9300"/>
                </a:solidFill>
              </a:defRPr>
            </a:pPr>
          </a:p>
        </p:txBody>
      </p:sp>
      <p:sp>
        <p:nvSpPr>
          <p:cNvPr id="151" name="Shape 151"/>
          <p:cNvSpPr/>
          <p:nvPr/>
        </p:nvSpPr>
        <p:spPr>
          <a:xfrm>
            <a:off x="4072437" y="4673383"/>
            <a:ext cx="9046890" cy="401204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1437" tIns="71437" rIns="71437" bIns="71437" anchor="ctr">
            <a:normAutofit fontScale="100000" lnSpcReduction="0"/>
          </a:bodyPr>
          <a:lstStyle/>
          <a:p>
            <a:pPr>
              <a:lnSpc>
                <a:spcPct val="100000"/>
              </a:lnSpc>
              <a:defRPr b="0" sz="5000">
                <a:latin typeface="+mn-lt"/>
                <a:ea typeface="+mn-ea"/>
                <a:cs typeface="+mn-cs"/>
                <a:sym typeface="Helvetica Light"/>
              </a:defRPr>
            </a:pPr>
            <a:r>
              <a:rPr sz="4900"/>
              <a:t>→ 最近の一時的な状況</a:t>
            </a:r>
            <a:r>
              <a:rPr sz="4900"/>
              <a:t> </a:t>
            </a:r>
            <a:r>
              <a:t> </a:t>
            </a:r>
          </a:p>
        </p:txBody>
      </p:sp>
    </p:spTree>
  </p:cSld>
  <p:clrMapOvr>
    <a:masterClrMapping/>
  </p:clrMapOvr>
  <p:transition xmlns:p14="http://schemas.microsoft.com/office/powerpoint/2010/main" spd="med" advClick="1" p14:dur="1000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Shape 153"/>
          <p:cNvSpPr/>
          <p:nvPr>
            <p:ph type="title"/>
          </p:nvPr>
        </p:nvSpPr>
        <p:spPr>
          <a:xfrm>
            <a:off x="4072437" y="2688812"/>
            <a:ext cx="16071624" cy="7481126"/>
          </a:xfrm>
          <a:prstGeom prst="rect">
            <a:avLst/>
          </a:prstGeom>
        </p:spPr>
        <p:txBody>
          <a:bodyPr anchor="ctr"/>
          <a:lstStyle/>
          <a:p>
            <a:pPr algn="l"/>
            <a:r>
              <a:t>I </a:t>
            </a:r>
            <a:r>
              <a:rPr u="sng"/>
              <a:t>am not eating</a:t>
            </a:r>
            <a:r>
              <a:t> breakfast lately.</a:t>
            </a:r>
          </a:p>
          <a:p>
            <a:pPr algn="l"/>
          </a:p>
          <a:p>
            <a:pPr algn="l"/>
            <a:r>
              <a:t>I </a:t>
            </a:r>
            <a:r>
              <a:rPr u="sng"/>
              <a:t>don’t eat</a:t>
            </a:r>
            <a:r>
              <a:t> breakfast.</a:t>
            </a:r>
          </a:p>
          <a:p>
            <a:pPr algn="l"/>
          </a:p>
        </p:txBody>
      </p:sp>
    </p:spTree>
  </p:cSld>
  <p:clrMapOvr>
    <a:masterClrMapping/>
  </p:clrMapOvr>
  <p:transition xmlns:p14="http://schemas.microsoft.com/office/powerpoint/2010/main" spd="med" advClick="1" p14:dur="1000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5" name="685486.jp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5574095" y="3506394"/>
            <a:ext cx="5316374" cy="5316374"/>
          </a:xfrm>
          <a:prstGeom prst="rect">
            <a:avLst/>
          </a:prstGeom>
          <a:ln w="12700">
            <a:miter lim="400000"/>
          </a:ln>
        </p:spPr>
      </p:pic>
      <p:sp>
        <p:nvSpPr>
          <p:cNvPr id="156" name="Shape 156"/>
          <p:cNvSpPr/>
          <p:nvPr>
            <p:ph type="title"/>
          </p:nvPr>
        </p:nvSpPr>
        <p:spPr>
          <a:xfrm>
            <a:off x="3581013" y="2665411"/>
            <a:ext cx="14699871" cy="5316374"/>
          </a:xfrm>
          <a:prstGeom prst="rect">
            <a:avLst/>
          </a:prstGeom>
        </p:spPr>
        <p:txBody>
          <a:bodyPr anchor="ctr"/>
          <a:lstStyle>
            <a:lvl1pPr algn="l">
              <a:defRPr>
                <a:solidFill>
                  <a:srgbClr val="FF9300"/>
                </a:solidFill>
              </a:defRPr>
            </a:lvl1pPr>
          </a:lstStyle>
          <a:p>
            <a:pPr/>
            <a:r>
              <a:t>am not eating … lately</a:t>
            </a:r>
          </a:p>
        </p:txBody>
      </p:sp>
      <p:sp>
        <p:nvSpPr>
          <p:cNvPr id="157" name="Shape 157"/>
          <p:cNvSpPr/>
          <p:nvPr/>
        </p:nvSpPr>
        <p:spPr>
          <a:xfrm>
            <a:off x="3557611" y="4673383"/>
            <a:ext cx="9046891" cy="401204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1437" tIns="71437" rIns="71437" bIns="71437" anchor="ctr">
            <a:normAutofit fontScale="100000" lnSpcReduction="0"/>
          </a:bodyPr>
          <a:lstStyle/>
          <a:p>
            <a:pPr>
              <a:lnSpc>
                <a:spcPct val="100000"/>
              </a:lnSpc>
              <a:defRPr b="0" sz="5000">
                <a:latin typeface="+mn-lt"/>
                <a:ea typeface="+mn-ea"/>
                <a:cs typeface="+mn-cs"/>
                <a:sym typeface="Helvetica Light"/>
              </a:defRPr>
            </a:pPr>
            <a:r>
              <a:t>→ 最近の一時的な状況</a:t>
            </a:r>
            <a:r>
              <a:t>  </a:t>
            </a:r>
          </a:p>
        </p:txBody>
      </p:sp>
    </p:spTree>
  </p:cSld>
  <p:clrMapOvr>
    <a:masterClrMapping/>
  </p:clrMapOvr>
  <p:transition xmlns:p14="http://schemas.microsoft.com/office/powerpoint/2010/main" spd="med" advClick="1" p14:dur="1000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9" name="22255051.jp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3826577" y="3047548"/>
            <a:ext cx="7826727" cy="5870046"/>
          </a:xfrm>
          <a:prstGeom prst="rect">
            <a:avLst/>
          </a:prstGeom>
          <a:ln w="12700">
            <a:miter lim="400000"/>
          </a:ln>
        </p:spPr>
      </p:pic>
      <p:sp>
        <p:nvSpPr>
          <p:cNvPr id="160" name="Shape 160"/>
          <p:cNvSpPr/>
          <p:nvPr>
            <p:ph type="title"/>
          </p:nvPr>
        </p:nvSpPr>
        <p:spPr>
          <a:xfrm>
            <a:off x="3202832" y="3526108"/>
            <a:ext cx="11304737" cy="3710148"/>
          </a:xfrm>
          <a:prstGeom prst="rect">
            <a:avLst/>
          </a:prstGeom>
        </p:spPr>
        <p:txBody>
          <a:bodyPr anchor="ctr"/>
          <a:lstStyle/>
          <a:p>
            <a:pPr algn="l">
              <a:defRPr>
                <a:solidFill>
                  <a:srgbClr val="FF9300"/>
                </a:solidFill>
              </a:defRPr>
            </a:pPr>
            <a:r>
              <a:t>I </a:t>
            </a:r>
            <a:r>
              <a:rPr u="sng"/>
              <a:t>don’t eat </a:t>
            </a:r>
            <a:r>
              <a:t>breakfast.</a:t>
            </a:r>
          </a:p>
        </p:txBody>
      </p:sp>
      <p:sp>
        <p:nvSpPr>
          <p:cNvPr id="161" name="Shape 161"/>
          <p:cNvSpPr/>
          <p:nvPr/>
        </p:nvSpPr>
        <p:spPr>
          <a:xfrm>
            <a:off x="3289863" y="5610502"/>
            <a:ext cx="9046891" cy="401204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1437" tIns="71437" rIns="71437" bIns="71437" anchor="ctr">
            <a:normAutofit fontScale="100000" lnSpcReduction="0"/>
          </a:bodyPr>
          <a:lstStyle/>
          <a:p>
            <a:pPr>
              <a:lnSpc>
                <a:spcPct val="100000"/>
              </a:lnSpc>
              <a:defRPr b="0" sz="5000">
                <a:latin typeface="+mn-lt"/>
                <a:ea typeface="+mn-ea"/>
                <a:cs typeface="+mn-cs"/>
                <a:sym typeface="Helvetica Light"/>
              </a:defRPr>
            </a:pPr>
            <a:r>
              <a:t>→ そもそも朝食を食べる</a:t>
            </a:r>
          </a:p>
          <a:p>
            <a:pPr>
              <a:lnSpc>
                <a:spcPct val="100000"/>
              </a:lnSpc>
              <a:defRPr b="0" sz="5000">
                <a:latin typeface="+mn-lt"/>
                <a:ea typeface="+mn-ea"/>
                <a:cs typeface="+mn-cs"/>
                <a:sym typeface="Helvetica Light"/>
              </a:defRPr>
            </a:pPr>
            <a:r>
              <a:t>習慣がない  </a:t>
            </a:r>
          </a:p>
        </p:txBody>
      </p:sp>
    </p:spTree>
  </p:cSld>
  <p:clrMapOvr>
    <a:masterClrMapping/>
  </p:clrMapOvr>
  <p:transition xmlns:p14="http://schemas.microsoft.com/office/powerpoint/2010/main" spd="med" advClick="1" p14:dur="1000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Shape 163"/>
          <p:cNvSpPr/>
          <p:nvPr>
            <p:ph type="title"/>
          </p:nvPr>
        </p:nvSpPr>
        <p:spPr>
          <a:xfrm>
            <a:off x="3444052" y="2642010"/>
            <a:ext cx="17495896" cy="7481126"/>
          </a:xfrm>
          <a:prstGeom prst="rect">
            <a:avLst/>
          </a:prstGeom>
        </p:spPr>
        <p:txBody>
          <a:bodyPr anchor="ctr"/>
          <a:lstStyle/>
          <a:p>
            <a:pPr algn="l"/>
            <a:r>
              <a:t>We </a:t>
            </a:r>
            <a:r>
              <a:rPr u="sng"/>
              <a:t>are living</a:t>
            </a:r>
            <a:r>
              <a:t> in Paris </a:t>
            </a:r>
            <a:r>
              <a:rPr u="sng"/>
              <a:t>until next year</a:t>
            </a:r>
            <a:r>
              <a:t>.</a:t>
            </a:r>
          </a:p>
          <a:p>
            <a:pPr algn="l"/>
          </a:p>
          <a:p>
            <a:pPr algn="l"/>
            <a:r>
              <a:t>We</a:t>
            </a:r>
            <a:r>
              <a:rPr u="sng"/>
              <a:t> live</a:t>
            </a:r>
            <a:r>
              <a:t> in Paris.</a:t>
            </a:r>
          </a:p>
        </p:txBody>
      </p:sp>
    </p:spTree>
  </p:cSld>
  <p:clrMapOvr>
    <a:masterClrMapping/>
  </p:clrMapOvr>
  <p:transition xmlns:p14="http://schemas.microsoft.com/office/powerpoint/2010/main" spd="med" advClick="1" p14:dur="1000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Shape 165"/>
          <p:cNvSpPr/>
          <p:nvPr>
            <p:ph type="title"/>
          </p:nvPr>
        </p:nvSpPr>
        <p:spPr>
          <a:xfrm>
            <a:off x="2102978" y="3128288"/>
            <a:ext cx="12985506" cy="3710149"/>
          </a:xfrm>
          <a:prstGeom prst="rect">
            <a:avLst/>
          </a:prstGeom>
        </p:spPr>
        <p:txBody>
          <a:bodyPr anchor="ctr"/>
          <a:lstStyle>
            <a:lvl1pPr algn="l">
              <a:defRPr>
                <a:solidFill>
                  <a:srgbClr val="FF9300"/>
                </a:solidFill>
              </a:defRPr>
            </a:lvl1pPr>
          </a:lstStyle>
          <a:p>
            <a:pPr/>
            <a:r>
              <a:t>are living … until next year </a:t>
            </a:r>
          </a:p>
        </p:txBody>
      </p:sp>
      <p:sp>
        <p:nvSpPr>
          <p:cNvPr id="166" name="Shape 166"/>
          <p:cNvSpPr/>
          <p:nvPr/>
        </p:nvSpPr>
        <p:spPr>
          <a:xfrm>
            <a:off x="2190009" y="4276636"/>
            <a:ext cx="9046891" cy="401204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1437" tIns="71437" rIns="71437" bIns="71437" anchor="ctr">
            <a:normAutofit fontScale="100000" lnSpcReduction="0"/>
          </a:bodyPr>
          <a:lstStyle>
            <a:lvl1pPr>
              <a:lnSpc>
                <a:spcPct val="100000"/>
              </a:lnSpc>
              <a:defRPr b="0" sz="5000">
                <a:latin typeface="+mn-lt"/>
                <a:ea typeface="+mn-ea"/>
                <a:cs typeface="+mn-cs"/>
                <a:sym typeface="Helvetica Light"/>
              </a:defRPr>
            </a:lvl1pPr>
          </a:lstStyle>
          <a:p>
            <a:pPr/>
            <a:r>
              <a:t>→ 来年までの一時滞在  </a:t>
            </a:r>
          </a:p>
        </p:txBody>
      </p:sp>
      <p:pic>
        <p:nvPicPr>
          <p:cNvPr id="167" name="1672484.jp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2437152" y="4998247"/>
            <a:ext cx="2835146" cy="4010101"/>
          </a:xfrm>
          <a:prstGeom prst="rect">
            <a:avLst/>
          </a:prstGeom>
          <a:ln w="12700">
            <a:miter lim="400000"/>
          </a:ln>
        </p:spPr>
      </p:pic>
      <p:pic>
        <p:nvPicPr>
          <p:cNvPr id="168" name="229122.jp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5475339" y="2265819"/>
            <a:ext cx="7717588" cy="7717588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 p14:dur="1000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Shape 170"/>
          <p:cNvSpPr/>
          <p:nvPr>
            <p:ph type="title"/>
          </p:nvPr>
        </p:nvSpPr>
        <p:spPr>
          <a:xfrm>
            <a:off x="4911688" y="2053828"/>
            <a:ext cx="14560624" cy="5607844"/>
          </a:xfrm>
          <a:prstGeom prst="rect">
            <a:avLst/>
          </a:prstGeom>
        </p:spPr>
        <p:txBody>
          <a:bodyPr anchor="ctr"/>
          <a:lstStyle/>
          <a:p>
            <a:pPr/>
            <a:r>
              <a:t>QUIZ</a:t>
            </a:r>
          </a:p>
        </p:txBody>
      </p:sp>
    </p:spTree>
  </p:cSld>
  <p:clrMapOvr>
    <a:masterClrMapping/>
  </p:clrMapOvr>
  <p:transition xmlns:p14="http://schemas.microsoft.com/office/powerpoint/2010/main" spd="med" advClick="1" p14:dur="1000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Shape 172"/>
          <p:cNvSpPr/>
          <p:nvPr>
            <p:ph type="title"/>
          </p:nvPr>
        </p:nvSpPr>
        <p:spPr>
          <a:xfrm>
            <a:off x="2889865" y="2445020"/>
            <a:ext cx="18604270" cy="8825960"/>
          </a:xfrm>
          <a:prstGeom prst="rect">
            <a:avLst/>
          </a:prstGeom>
        </p:spPr>
        <p:txBody>
          <a:bodyPr anchor="ctr"/>
          <a:lstStyle/>
          <a:p>
            <a:pPr algn="l"/>
            <a:r>
              <a:t>２つの英文の違いを説明してください</a:t>
            </a:r>
          </a:p>
          <a:p>
            <a:pPr algn="l">
              <a:lnSpc>
                <a:spcPct val="120000"/>
              </a:lnSpc>
              <a:spcBef>
                <a:spcPts val="1200"/>
              </a:spcBef>
            </a:pPr>
            <a:r>
              <a:t>1. I am not eating much these days.</a:t>
            </a:r>
          </a:p>
          <a:p>
            <a:pPr algn="l">
              <a:lnSpc>
                <a:spcPct val="120000"/>
              </a:lnSpc>
            </a:pPr>
            <a:r>
              <a:t>2. I don’t eat much.</a:t>
            </a:r>
          </a:p>
        </p:txBody>
      </p:sp>
    </p:spTree>
  </p:cSld>
  <p:clrMapOvr>
    <a:masterClrMapping/>
  </p:clrMapOvr>
  <p:transition xmlns:p14="http://schemas.microsoft.com/office/powerpoint/2010/main" spd="med" advClick="1" p14:dur="1000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Shape 174"/>
          <p:cNvSpPr/>
          <p:nvPr>
            <p:ph type="title"/>
          </p:nvPr>
        </p:nvSpPr>
        <p:spPr>
          <a:xfrm>
            <a:off x="2889865" y="3595674"/>
            <a:ext cx="18604270" cy="8205464"/>
          </a:xfrm>
          <a:prstGeom prst="rect">
            <a:avLst/>
          </a:prstGeom>
        </p:spPr>
        <p:txBody>
          <a:bodyPr anchor="ctr"/>
          <a:lstStyle/>
          <a:p>
            <a:pPr algn="l"/>
            <a:r>
              <a:t>２つの英文の違いを説明してください</a:t>
            </a:r>
          </a:p>
          <a:p>
            <a:pPr algn="l">
              <a:lnSpc>
                <a:spcPct val="120000"/>
              </a:lnSpc>
              <a:spcBef>
                <a:spcPts val="1200"/>
              </a:spcBef>
            </a:pPr>
            <a:r>
              <a:t>1. She is not talking to him.</a:t>
            </a:r>
          </a:p>
          <a:p>
            <a:pPr algn="l">
              <a:lnSpc>
                <a:spcPct val="120000"/>
              </a:lnSpc>
            </a:pPr>
            <a:r>
              <a:t>2. She doesn’t talk to him.</a:t>
            </a:r>
          </a:p>
          <a:p>
            <a:pPr algn="l">
              <a:lnSpc>
                <a:spcPct val="120000"/>
              </a:lnSpc>
              <a:spcBef>
                <a:spcPts val="1200"/>
              </a:spcBef>
            </a:pPr>
          </a:p>
        </p:txBody>
      </p:sp>
    </p:spTree>
  </p:cSld>
  <p:clrMapOvr>
    <a:masterClrMapping/>
  </p:clrMapOvr>
  <p:transition xmlns:p14="http://schemas.microsoft.com/office/powerpoint/2010/main" spd="med" advClick="1" p14:dur="1000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Shape 176"/>
          <p:cNvSpPr/>
          <p:nvPr>
            <p:ph type="title"/>
          </p:nvPr>
        </p:nvSpPr>
        <p:spPr>
          <a:xfrm>
            <a:off x="2101264" y="3069133"/>
            <a:ext cx="20556164" cy="5607845"/>
          </a:xfrm>
          <a:prstGeom prst="rect">
            <a:avLst/>
          </a:prstGeom>
        </p:spPr>
        <p:txBody>
          <a:bodyPr anchor="ctr"/>
          <a:lstStyle/>
          <a:p>
            <a:pPr>
              <a:lnSpc>
                <a:spcPct val="150000"/>
              </a:lnSpc>
            </a:pPr>
            <a:r>
              <a:t>体験コーナー</a:t>
            </a:r>
          </a:p>
          <a:p>
            <a:pPr/>
            <a:r>
              <a:t>現在進行形の英文を書いてみてください</a:t>
            </a:r>
          </a:p>
        </p:txBody>
      </p:sp>
    </p:spTree>
  </p:cSld>
  <p:clrMapOvr>
    <a:masterClrMapping/>
  </p:clrMapOvr>
  <p:transition xmlns:p14="http://schemas.microsoft.com/office/powerpoint/2010/main" spd="med" advClick="1" p14:dur="1000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Shape 178"/>
          <p:cNvSpPr/>
          <p:nvPr>
            <p:ph type="title"/>
          </p:nvPr>
        </p:nvSpPr>
        <p:spPr>
          <a:xfrm>
            <a:off x="2101264" y="3069133"/>
            <a:ext cx="20556164" cy="5607845"/>
          </a:xfrm>
          <a:prstGeom prst="rect">
            <a:avLst/>
          </a:prstGeom>
        </p:spPr>
        <p:txBody>
          <a:bodyPr anchor="ctr"/>
          <a:lstStyle/>
          <a:p>
            <a:pPr algn="l">
              <a:lnSpc>
                <a:spcPct val="150000"/>
              </a:lnSpc>
              <a:defRPr sz="7900"/>
            </a:pPr>
            <a:r>
              <a:t>英文をZOOMのチャットでお送りください。</a:t>
            </a:r>
          </a:p>
          <a:p>
            <a:pPr>
              <a:lnSpc>
                <a:spcPct val="150000"/>
              </a:lnSpc>
              <a:defRPr sz="7900"/>
            </a:pPr>
            <a:r>
              <a:t>Lauren と Sato がLive添削いたします！</a:t>
            </a:r>
          </a:p>
        </p:txBody>
      </p:sp>
    </p:spTree>
  </p:cSld>
  <p:clrMapOvr>
    <a:masterClrMapping/>
  </p:clrMapOvr>
  <p:transition xmlns:p14="http://schemas.microsoft.com/office/powerpoint/2010/main" spd="med" advClick="1" p14:dur="1000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Shape 180"/>
          <p:cNvSpPr/>
          <p:nvPr>
            <p:ph type="title"/>
          </p:nvPr>
        </p:nvSpPr>
        <p:spPr>
          <a:xfrm>
            <a:off x="1758200" y="421074"/>
            <a:ext cx="21335623" cy="5607845"/>
          </a:xfrm>
          <a:prstGeom prst="rect">
            <a:avLst/>
          </a:prstGeom>
        </p:spPr>
        <p:txBody>
          <a:bodyPr anchor="ctr"/>
          <a:lstStyle/>
          <a:p>
            <a:pPr algn="l">
              <a:lnSpc>
                <a:spcPct val="120000"/>
              </a:lnSpc>
              <a:defRPr sz="5000"/>
            </a:pPr>
            <a:r>
              <a:t>①ZOOMの画面下部、チャットのアイコンをタップ</a:t>
            </a:r>
          </a:p>
          <a:p>
            <a:pPr algn="l">
              <a:lnSpc>
                <a:spcPct val="120000"/>
              </a:lnSpc>
              <a:defRPr sz="5000"/>
            </a:pPr>
            <a:r>
              <a:t>②書き込んだら送信ボタンを押して送信</a:t>
            </a:r>
          </a:p>
        </p:txBody>
      </p:sp>
      <p:pic>
        <p:nvPicPr>
          <p:cNvPr id="181" name="Screen Shot 2026-04-12 at 14.57.55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757356" y="4054799"/>
            <a:ext cx="12636372" cy="5606402"/>
          </a:xfrm>
          <a:prstGeom prst="rect">
            <a:avLst/>
          </a:prstGeom>
          <a:ln w="12700">
            <a:miter lim="400000"/>
          </a:ln>
        </p:spPr>
      </p:pic>
      <p:pic>
        <p:nvPicPr>
          <p:cNvPr id="182" name="Screen Shot 2026-04-12 at 14.59.25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6957557" y="251288"/>
            <a:ext cx="4367822" cy="948748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 p14:dur="1000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xmlns:p14="http://schemas.microsoft.com/office/powerpoint/2010/main" spd="med" advClick="1" p14:dur="1000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Shape 185"/>
          <p:cNvSpPr/>
          <p:nvPr>
            <p:ph type="title"/>
          </p:nvPr>
        </p:nvSpPr>
        <p:spPr>
          <a:xfrm>
            <a:off x="1645399" y="1896144"/>
            <a:ext cx="7272993" cy="2746780"/>
          </a:xfrm>
          <a:prstGeom prst="rect">
            <a:avLst/>
          </a:prstGeom>
        </p:spPr>
        <p:txBody>
          <a:bodyPr anchor="ctr"/>
          <a:lstStyle/>
          <a:p>
            <a:pPr/>
            <a:r>
              <a:t>今日のまとめ</a:t>
            </a:r>
          </a:p>
        </p:txBody>
      </p:sp>
      <p:sp>
        <p:nvSpPr>
          <p:cNvPr id="186" name="Shape 186"/>
          <p:cNvSpPr/>
          <p:nvPr>
            <p:ph type="body" sz="half" idx="1"/>
          </p:nvPr>
        </p:nvSpPr>
        <p:spPr>
          <a:xfrm>
            <a:off x="2076859" y="4193924"/>
            <a:ext cx="20604700" cy="5768580"/>
          </a:xfrm>
          <a:prstGeom prst="rect">
            <a:avLst/>
          </a:prstGeom>
        </p:spPr>
        <p:txBody>
          <a:bodyPr/>
          <a:lstStyle/>
          <a:p>
            <a:pPr/>
            <a:r>
              <a:t>現在進行形の動詞の形 = be動詞 +動詞のing形</a:t>
            </a:r>
          </a:p>
          <a:p>
            <a:pPr marL="1231900" indent="-1231900"/>
            <a:r>
              <a:t>・基本は現在進行中の動作</a:t>
            </a:r>
          </a:p>
          <a:p>
            <a:pPr marL="1231900" indent="-1231900"/>
            <a:r>
              <a:t>・「今」という言葉でイメージする時間は、会話や文章の内容によってその長さが変わる</a:t>
            </a:r>
          </a:p>
          <a:p>
            <a:pPr marL="1231900" indent="-1231900"/>
            <a:r>
              <a:t>・現在進行形で、今もこれからも続く、一次的な状況を表現できる</a:t>
            </a:r>
          </a:p>
        </p:txBody>
      </p:sp>
    </p:spTree>
  </p:cSld>
  <p:clrMapOvr>
    <a:masterClrMapping/>
  </p:clrMapOvr>
  <p:transition xmlns:p14="http://schemas.microsoft.com/office/powerpoint/2010/main" spd="med" advClick="1" p14:dur="1000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Shape 188"/>
          <p:cNvSpPr/>
          <p:nvPr>
            <p:ph type="title"/>
          </p:nvPr>
        </p:nvSpPr>
        <p:spPr>
          <a:xfrm>
            <a:off x="3482435" y="3571356"/>
            <a:ext cx="17419130" cy="5607844"/>
          </a:xfrm>
          <a:prstGeom prst="rect">
            <a:avLst/>
          </a:prstGeom>
        </p:spPr>
        <p:txBody>
          <a:bodyPr anchor="ctr"/>
          <a:lstStyle/>
          <a:p>
            <a:pPr/>
            <a:r>
              <a:t>ご参加ありがとうございました！！</a:t>
            </a:r>
          </a:p>
        </p:txBody>
      </p:sp>
    </p:spTree>
  </p:cSld>
  <p:clrMapOvr>
    <a:masterClrMapping/>
  </p:clrMapOvr>
  <p:transition xmlns:p14="http://schemas.microsoft.com/office/powerpoint/2010/main" spd="med" advClick="1" p14:dur="1000"/>
</p:sld>
</file>

<file path=ppt/theme/_rels/theme1.xml.rels><?xml version="1.0" encoding="UTF-8" standalone="yes"?><Relationships xmlns="http://schemas.openxmlformats.org/package/2006/relationships"><Relationship Id="rId1" Type="http://schemas.openxmlformats.org/officeDocument/2006/relationships/image" Target="../media/image1.png"/></Relationships>

</file>

<file path=ppt/theme/_rels/theme2.xml.rels><?xml version="1.0" encoding="UTF-8" standalone="yes"?><Relationships xmlns="http://schemas.openxmlformats.org/package/2006/relationships"><Relationship Id="rId1" Type="http://schemas.openxmlformats.org/officeDocument/2006/relationships/image" Target="../media/image1.png"/></Relationships>

</file>

<file path=ppt/theme/theme1.xml><?xml version="1.0" encoding="utf-8"?>
<a:theme xmlns:a="http://schemas.openxmlformats.org/drawingml/2006/main" xmlns:r="http://schemas.openxmlformats.org/officeDocument/2006/relationships" name="White">
  <a:themeElements>
    <a:clrScheme name="White">
      <a:dk1>
        <a:srgbClr val="000000"/>
      </a:dk1>
      <a:lt1>
        <a:srgbClr val="FFFFFF"/>
      </a:lt1>
      <a:dk2>
        <a:srgbClr val="53585F"/>
      </a:dk2>
      <a:lt2>
        <a:srgbClr val="DCDEE0"/>
      </a:lt2>
      <a:accent1>
        <a:srgbClr val="0365C0"/>
      </a:accent1>
      <a:accent2>
        <a:srgbClr val="00882B"/>
      </a:accent2>
      <a:accent3>
        <a:srgbClr val="DCBD23"/>
      </a:accent3>
      <a:accent4>
        <a:srgbClr val="DE6A10"/>
      </a:accent4>
      <a:accent5>
        <a:srgbClr val="C82506"/>
      </a:accent5>
      <a:accent6>
        <a:srgbClr val="773F9B"/>
      </a:accent6>
      <a:hlink>
        <a:srgbClr val="0000FF"/>
      </a:hlink>
      <a:folHlink>
        <a:srgbClr val="FF00FF"/>
      </a:folHlink>
    </a:clrScheme>
    <a:fontScheme name="White">
      <a:majorFont>
        <a:latin typeface="Helvetica Light"/>
        <a:ea typeface="Helvetica Light"/>
        <a:cs typeface="Helvetica Light"/>
      </a:majorFont>
      <a:minorFont>
        <a:latin typeface="Helvetica Light"/>
        <a:ea typeface="Helvetica Light"/>
        <a:cs typeface="Helvetica Light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50800" dist="25400" dir="5400000">
              <a:srgbClr val="000000">
                <a:alpha val="50000"/>
              </a:srgbClr>
            </a:outerShdw>
          </a:effectLst>
        </a:effectStyle>
        <a:effectStyle>
          <a:effectLst>
            <a:outerShdw sx="100000" sy="100000" kx="0" ky="0" algn="b" rotWithShape="0" blurRad="63500" dist="12700" dir="0">
              <a:srgbClr val="000000">
                <a:alpha val="50000"/>
              </a:srgbClr>
            </a:outerShdw>
          </a:effectLst>
        </a:effectStyle>
        <a:effectStyle>
          <a:effectLst>
            <a:outerShdw sx="100000" sy="100000" kx="0" ky="0" algn="b" rotWithShape="0" blurRad="50800" dist="25400" dir="5400000">
              <a:srgbClr val="000000">
                <a:alpha val="5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blipFill rotWithShape="1">
          <a:blip r:embed="rId1"/>
          <a:srcRect l="0" t="0" r="0" b="0"/>
          <a:tile tx="0" ty="0" sx="100000" sy="100000" flip="none" algn="tl"/>
        </a:blipFill>
        <a:ln w="12700" cap="flat">
          <a:noFill/>
          <a:miter lim="400000"/>
        </a:ln>
        <a:effectLst>
          <a:outerShdw sx="100000" sy="100000" kx="0" ky="0" algn="b" rotWithShape="0" blurRad="50800" dist="25400" dir="5400000">
            <a:srgbClr val="000000">
              <a:alpha val="50000"/>
            </a:srgbClr>
          </a:outerShdw>
        </a:effectLst>
        <a:sp3d/>
      </a:spPr>
      <a:bodyPr rot="0" spcFirstLastPara="1" vertOverflow="overflow" horzOverflow="overflow" vert="horz" wrap="square" lIns="71437" tIns="71437" rIns="71437" bIns="71437" numCol="1" spcCol="38100" rtlCol="0" anchor="ctr" upright="0">
        <a:spAutoFit/>
      </a:bodyPr>
      <a:lstStyle>
        <a:defPPr marL="0" marR="0" indent="0" algn="ctr" defTabSz="821531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71437" tIns="71437" rIns="71437" bIns="71437" numCol="1" spcCol="38100" rtlCol="0" anchor="ctr" upright="0">
        <a:spAutoFit/>
      </a:bodyPr>
      <a:lstStyle>
        <a:defPPr marL="0" marR="0" indent="0" algn="l" defTabSz="821531" rtl="0" fontAlgn="auto" latinLnBrk="0" hangingPunct="0">
          <a:lnSpc>
            <a:spcPct val="2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1" baseline="0" cap="none" i="0" spc="0" strike="noStrike" sz="62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Arial"/>
            <a:ea typeface="Arial"/>
            <a:cs typeface="Arial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White">
  <a:themeElements>
    <a:clrScheme name="White">
      <a:dk1>
        <a:srgbClr val="000000"/>
      </a:dk1>
      <a:lt1>
        <a:srgbClr val="FFFFFF"/>
      </a:lt1>
      <a:dk2>
        <a:srgbClr val="53585F"/>
      </a:dk2>
      <a:lt2>
        <a:srgbClr val="DCDEE0"/>
      </a:lt2>
      <a:accent1>
        <a:srgbClr val="0365C0"/>
      </a:accent1>
      <a:accent2>
        <a:srgbClr val="00882B"/>
      </a:accent2>
      <a:accent3>
        <a:srgbClr val="DCBD23"/>
      </a:accent3>
      <a:accent4>
        <a:srgbClr val="DE6A10"/>
      </a:accent4>
      <a:accent5>
        <a:srgbClr val="C82506"/>
      </a:accent5>
      <a:accent6>
        <a:srgbClr val="773F9B"/>
      </a:accent6>
      <a:hlink>
        <a:srgbClr val="0000FF"/>
      </a:hlink>
      <a:folHlink>
        <a:srgbClr val="FF00FF"/>
      </a:folHlink>
    </a:clrScheme>
    <a:fontScheme name="White">
      <a:majorFont>
        <a:latin typeface="Helvetica Light"/>
        <a:ea typeface="Helvetica Light"/>
        <a:cs typeface="Helvetica Light"/>
      </a:majorFont>
      <a:minorFont>
        <a:latin typeface="Helvetica Light"/>
        <a:ea typeface="Helvetica Light"/>
        <a:cs typeface="Helvetica Light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50800" dist="25400" dir="5400000">
              <a:srgbClr val="000000">
                <a:alpha val="50000"/>
              </a:srgbClr>
            </a:outerShdw>
          </a:effectLst>
        </a:effectStyle>
        <a:effectStyle>
          <a:effectLst>
            <a:outerShdw sx="100000" sy="100000" kx="0" ky="0" algn="b" rotWithShape="0" blurRad="63500" dist="12700" dir="0">
              <a:srgbClr val="000000">
                <a:alpha val="50000"/>
              </a:srgbClr>
            </a:outerShdw>
          </a:effectLst>
        </a:effectStyle>
        <a:effectStyle>
          <a:effectLst>
            <a:outerShdw sx="100000" sy="100000" kx="0" ky="0" algn="b" rotWithShape="0" blurRad="50800" dist="25400" dir="5400000">
              <a:srgbClr val="000000">
                <a:alpha val="5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blipFill rotWithShape="1">
          <a:blip r:embed="rId1"/>
          <a:srcRect l="0" t="0" r="0" b="0"/>
          <a:tile tx="0" ty="0" sx="100000" sy="100000" flip="none" algn="tl"/>
        </a:blipFill>
        <a:ln w="12700" cap="flat">
          <a:noFill/>
          <a:miter lim="400000"/>
        </a:ln>
        <a:effectLst>
          <a:outerShdw sx="100000" sy="100000" kx="0" ky="0" algn="b" rotWithShape="0" blurRad="50800" dist="25400" dir="5400000">
            <a:srgbClr val="000000">
              <a:alpha val="50000"/>
            </a:srgbClr>
          </a:outerShdw>
        </a:effectLst>
        <a:sp3d/>
      </a:spPr>
      <a:bodyPr rot="0" spcFirstLastPara="1" vertOverflow="overflow" horzOverflow="overflow" vert="horz" wrap="square" lIns="71437" tIns="71437" rIns="71437" bIns="71437" numCol="1" spcCol="38100" rtlCol="0" anchor="ctr" upright="0">
        <a:spAutoFit/>
      </a:bodyPr>
      <a:lstStyle>
        <a:defPPr marL="0" marR="0" indent="0" algn="ctr" defTabSz="821531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71437" tIns="71437" rIns="71437" bIns="71437" numCol="1" spcCol="38100" rtlCol="0" anchor="ctr" upright="0">
        <a:spAutoFit/>
      </a:bodyPr>
      <a:lstStyle>
        <a:defPPr marL="0" marR="0" indent="0" algn="l" defTabSz="821531" rtl="0" fontAlgn="auto" latinLnBrk="0" hangingPunct="0">
          <a:lnSpc>
            <a:spcPct val="2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1" baseline="0" cap="none" i="0" spc="0" strike="noStrike" sz="62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Arial"/>
            <a:ea typeface="Arial"/>
            <a:cs typeface="Arial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